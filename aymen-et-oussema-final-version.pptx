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3" r:id="rId2"/>
  </p:sldMasterIdLst>
  <p:notesMasterIdLst>
    <p:notesMasterId r:id="rId43"/>
  </p:notesMasterIdLst>
  <p:sldIdLst>
    <p:sldId id="256" r:id="rId3"/>
    <p:sldId id="261" r:id="rId4"/>
    <p:sldId id="277" r:id="rId5"/>
    <p:sldId id="312" r:id="rId6"/>
    <p:sldId id="287" r:id="rId7"/>
    <p:sldId id="1825" r:id="rId8"/>
    <p:sldId id="1782" r:id="rId9"/>
    <p:sldId id="1788" r:id="rId10"/>
    <p:sldId id="1804" r:id="rId11"/>
    <p:sldId id="1806" r:id="rId12"/>
    <p:sldId id="1787" r:id="rId13"/>
    <p:sldId id="295" r:id="rId14"/>
    <p:sldId id="1805" r:id="rId15"/>
    <p:sldId id="289" r:id="rId16"/>
    <p:sldId id="1776" r:id="rId17"/>
    <p:sldId id="1807" r:id="rId18"/>
    <p:sldId id="1809" r:id="rId19"/>
    <p:sldId id="1808" r:id="rId20"/>
    <p:sldId id="1824" r:id="rId21"/>
    <p:sldId id="1792" r:id="rId22"/>
    <p:sldId id="283" r:id="rId23"/>
    <p:sldId id="1810" r:id="rId24"/>
    <p:sldId id="1811" r:id="rId25"/>
    <p:sldId id="1812" r:id="rId26"/>
    <p:sldId id="1822" r:id="rId27"/>
    <p:sldId id="1813" r:id="rId28"/>
    <p:sldId id="1814" r:id="rId29"/>
    <p:sldId id="1815" r:id="rId30"/>
    <p:sldId id="1816" r:id="rId31"/>
    <p:sldId id="1823" r:id="rId32"/>
    <p:sldId id="1817" r:id="rId33"/>
    <p:sldId id="1818" r:id="rId34"/>
    <p:sldId id="1820" r:id="rId35"/>
    <p:sldId id="1821" r:id="rId36"/>
    <p:sldId id="1819" r:id="rId37"/>
    <p:sldId id="1790" r:id="rId38"/>
    <p:sldId id="1796" r:id="rId39"/>
    <p:sldId id="296" r:id="rId40"/>
    <p:sldId id="1826" r:id="rId41"/>
    <p:sldId id="1800" r:id="rId4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/>
  <p:cmAuthor id="2" name="ACER" initials="A" lastIdx="1" clrIdx="1">
    <p:extLst>
      <p:ext uri="{19B8F6BF-5375-455C-9EA6-DF929625EA0E}">
        <p15:presenceInfo xmlns:p15="http://schemas.microsoft.com/office/powerpoint/2012/main" userId="AC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955"/>
    <a:srgbClr val="FFFFFF"/>
    <a:srgbClr val="DB1E37"/>
    <a:srgbClr val="5D999F"/>
    <a:srgbClr val="006666"/>
    <a:srgbClr val="CC0000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21" autoAdjust="0"/>
    <p:restoredTop sz="68903" autoAdjust="0"/>
  </p:normalViewPr>
  <p:slideViewPr>
    <p:cSldViewPr snapToGrid="0">
      <p:cViewPr varScale="1">
        <p:scale>
          <a:sx n="57" d="100"/>
          <a:sy n="57" d="100"/>
        </p:scale>
        <p:origin x="1810" y="3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18" Type="http://schemas.openxmlformats.org/officeDocument/2006/relationships/image" Target="../media/image2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17" Type="http://schemas.openxmlformats.org/officeDocument/2006/relationships/image" Target="../media/image23.png"/><Relationship Id="rId2" Type="http://schemas.openxmlformats.org/officeDocument/2006/relationships/image" Target="../media/image8.svg"/><Relationship Id="rId16" Type="http://schemas.openxmlformats.org/officeDocument/2006/relationships/image" Target="../media/image22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18" Type="http://schemas.openxmlformats.org/officeDocument/2006/relationships/image" Target="../media/image2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17" Type="http://schemas.openxmlformats.org/officeDocument/2006/relationships/image" Target="../media/image23.png"/><Relationship Id="rId2" Type="http://schemas.openxmlformats.org/officeDocument/2006/relationships/image" Target="../media/image8.svg"/><Relationship Id="rId16" Type="http://schemas.openxmlformats.org/officeDocument/2006/relationships/image" Target="../media/image22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C211C5-5931-4361-8289-A10B592F62D9}" type="doc">
      <dgm:prSet loTypeId="urn:microsoft.com/office/officeart/2005/8/layout/list1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6B2D8D23-04EC-4F4C-B4AB-AF104E5A22F6}">
      <dgm:prSet phldrT="[Texte]"/>
      <dgm:spPr/>
      <dgm:t>
        <a:bodyPr/>
        <a:lstStyle/>
        <a:p>
          <a:r>
            <a:rPr lang="fr-FR" dirty="0"/>
            <a:t>Espace entrepreneur </a:t>
          </a:r>
        </a:p>
      </dgm:t>
    </dgm:pt>
    <dgm:pt modelId="{17971C8B-9C4B-40EC-A69D-4933DC9F265A}" type="parTrans" cxnId="{1C19AE99-1E0E-4626-B784-829E4677BAA8}">
      <dgm:prSet/>
      <dgm:spPr/>
      <dgm:t>
        <a:bodyPr/>
        <a:lstStyle/>
        <a:p>
          <a:endParaRPr lang="fr-FR"/>
        </a:p>
      </dgm:t>
    </dgm:pt>
    <dgm:pt modelId="{8E2E0B3C-F945-4B47-85B6-3105898A1763}" type="sibTrans" cxnId="{1C19AE99-1E0E-4626-B784-829E4677BAA8}">
      <dgm:prSet/>
      <dgm:spPr/>
      <dgm:t>
        <a:bodyPr/>
        <a:lstStyle/>
        <a:p>
          <a:endParaRPr lang="fr-FR"/>
        </a:p>
      </dgm:t>
    </dgm:pt>
    <dgm:pt modelId="{B82B16D5-A580-4EF9-B019-E645DCCE609E}">
      <dgm:prSet phldrT="[Texte]"/>
      <dgm:spPr/>
      <dgm:t>
        <a:bodyPr/>
        <a:lstStyle/>
        <a:p>
          <a:r>
            <a:rPr lang="fr-FR" dirty="0"/>
            <a:t>Espace Coach</a:t>
          </a:r>
        </a:p>
      </dgm:t>
    </dgm:pt>
    <dgm:pt modelId="{5D961BE0-7B7B-41DB-A093-539F0E826588}" type="parTrans" cxnId="{BD25A035-3466-49E2-95ED-4FBA33ADF9BD}">
      <dgm:prSet/>
      <dgm:spPr/>
      <dgm:t>
        <a:bodyPr/>
        <a:lstStyle/>
        <a:p>
          <a:endParaRPr lang="fr-FR"/>
        </a:p>
      </dgm:t>
    </dgm:pt>
    <dgm:pt modelId="{83BE0C6B-EDE6-47E5-959A-84983F06C2A1}" type="sibTrans" cxnId="{BD25A035-3466-49E2-95ED-4FBA33ADF9BD}">
      <dgm:prSet/>
      <dgm:spPr/>
      <dgm:t>
        <a:bodyPr/>
        <a:lstStyle/>
        <a:p>
          <a:endParaRPr lang="fr-FR"/>
        </a:p>
      </dgm:t>
    </dgm:pt>
    <dgm:pt modelId="{30D8B806-CB53-4D6B-AD1F-5CBFED038E1F}">
      <dgm:prSet phldrT="[Texte]"/>
      <dgm:spPr/>
      <dgm:t>
        <a:bodyPr/>
        <a:lstStyle/>
        <a:p>
          <a:r>
            <a:rPr lang="fr-FR" dirty="0"/>
            <a:t>Espace investisseur</a:t>
          </a:r>
        </a:p>
      </dgm:t>
    </dgm:pt>
    <dgm:pt modelId="{FD1E8FF6-10B1-40D0-80C1-52495F853A74}" type="parTrans" cxnId="{47C5E034-958D-42F2-9351-085027FF111B}">
      <dgm:prSet/>
      <dgm:spPr/>
      <dgm:t>
        <a:bodyPr/>
        <a:lstStyle/>
        <a:p>
          <a:endParaRPr lang="fr-FR"/>
        </a:p>
      </dgm:t>
    </dgm:pt>
    <dgm:pt modelId="{40B0B558-15E9-4509-8A40-D1F46D4440FA}" type="sibTrans" cxnId="{47C5E034-958D-42F2-9351-085027FF111B}">
      <dgm:prSet/>
      <dgm:spPr/>
      <dgm:t>
        <a:bodyPr/>
        <a:lstStyle/>
        <a:p>
          <a:endParaRPr lang="fr-FR"/>
        </a:p>
      </dgm:t>
    </dgm:pt>
    <dgm:pt modelId="{47F9D886-11EB-41E4-BC9D-25808209805A}" type="pres">
      <dgm:prSet presAssocID="{59C211C5-5931-4361-8289-A10B592F62D9}" presName="linear" presStyleCnt="0">
        <dgm:presLayoutVars>
          <dgm:dir/>
          <dgm:animLvl val="lvl"/>
          <dgm:resizeHandles val="exact"/>
        </dgm:presLayoutVars>
      </dgm:prSet>
      <dgm:spPr/>
    </dgm:pt>
    <dgm:pt modelId="{CF72AA96-875B-46FE-9704-6E273B589582}" type="pres">
      <dgm:prSet presAssocID="{6B2D8D23-04EC-4F4C-B4AB-AF104E5A22F6}" presName="parentLin" presStyleCnt="0"/>
      <dgm:spPr/>
    </dgm:pt>
    <dgm:pt modelId="{1233D7F1-CBCD-4CE2-B40E-DE682BD0E42B}" type="pres">
      <dgm:prSet presAssocID="{6B2D8D23-04EC-4F4C-B4AB-AF104E5A22F6}" presName="parentLeftMargin" presStyleLbl="node1" presStyleIdx="0" presStyleCnt="3"/>
      <dgm:spPr/>
    </dgm:pt>
    <dgm:pt modelId="{844CEA25-6FA8-4E38-98A1-ECD179BC8078}" type="pres">
      <dgm:prSet presAssocID="{6B2D8D23-04EC-4F4C-B4AB-AF104E5A22F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C75884A-FCF5-4973-BD10-335D2371401A}" type="pres">
      <dgm:prSet presAssocID="{6B2D8D23-04EC-4F4C-B4AB-AF104E5A22F6}" presName="negativeSpace" presStyleCnt="0"/>
      <dgm:spPr/>
    </dgm:pt>
    <dgm:pt modelId="{21EDE549-DA5E-47DA-9C92-B21F0D054E3C}" type="pres">
      <dgm:prSet presAssocID="{6B2D8D23-04EC-4F4C-B4AB-AF104E5A22F6}" presName="childText" presStyleLbl="conFgAcc1" presStyleIdx="0" presStyleCnt="3">
        <dgm:presLayoutVars>
          <dgm:bulletEnabled val="1"/>
        </dgm:presLayoutVars>
      </dgm:prSet>
      <dgm:spPr/>
    </dgm:pt>
    <dgm:pt modelId="{BB407958-ABBB-4C54-AD45-81EC9C22C495}" type="pres">
      <dgm:prSet presAssocID="{8E2E0B3C-F945-4B47-85B6-3105898A1763}" presName="spaceBetweenRectangles" presStyleCnt="0"/>
      <dgm:spPr/>
    </dgm:pt>
    <dgm:pt modelId="{B2C782AD-8672-4B46-9F43-461A6405BDDD}" type="pres">
      <dgm:prSet presAssocID="{B82B16D5-A580-4EF9-B019-E645DCCE609E}" presName="parentLin" presStyleCnt="0"/>
      <dgm:spPr/>
    </dgm:pt>
    <dgm:pt modelId="{6BFD4744-13CB-4884-BB7E-0B686D31B90D}" type="pres">
      <dgm:prSet presAssocID="{B82B16D5-A580-4EF9-B019-E645DCCE609E}" presName="parentLeftMargin" presStyleLbl="node1" presStyleIdx="0" presStyleCnt="3"/>
      <dgm:spPr/>
    </dgm:pt>
    <dgm:pt modelId="{53B26235-2F1B-4ACE-9C89-A8ED6A82C1E5}" type="pres">
      <dgm:prSet presAssocID="{B82B16D5-A580-4EF9-B019-E645DCCE609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DEE54DE-1610-4D3C-BF62-6079077E8405}" type="pres">
      <dgm:prSet presAssocID="{B82B16D5-A580-4EF9-B019-E645DCCE609E}" presName="negativeSpace" presStyleCnt="0"/>
      <dgm:spPr/>
    </dgm:pt>
    <dgm:pt modelId="{C5C9F48C-9936-4B09-BADA-391331A219C2}" type="pres">
      <dgm:prSet presAssocID="{B82B16D5-A580-4EF9-B019-E645DCCE609E}" presName="childText" presStyleLbl="conFgAcc1" presStyleIdx="1" presStyleCnt="3">
        <dgm:presLayoutVars>
          <dgm:bulletEnabled val="1"/>
        </dgm:presLayoutVars>
      </dgm:prSet>
      <dgm:spPr/>
    </dgm:pt>
    <dgm:pt modelId="{45690B68-C30D-457B-B8BD-E50F428DAE7E}" type="pres">
      <dgm:prSet presAssocID="{83BE0C6B-EDE6-47E5-959A-84983F06C2A1}" presName="spaceBetweenRectangles" presStyleCnt="0"/>
      <dgm:spPr/>
    </dgm:pt>
    <dgm:pt modelId="{C318B24D-5DEA-4668-B95A-2BA4CADDAE64}" type="pres">
      <dgm:prSet presAssocID="{30D8B806-CB53-4D6B-AD1F-5CBFED038E1F}" presName="parentLin" presStyleCnt="0"/>
      <dgm:spPr/>
    </dgm:pt>
    <dgm:pt modelId="{39DC8667-6AC5-4BA1-9344-77D5E78F4C4F}" type="pres">
      <dgm:prSet presAssocID="{30D8B806-CB53-4D6B-AD1F-5CBFED038E1F}" presName="parentLeftMargin" presStyleLbl="node1" presStyleIdx="1" presStyleCnt="3"/>
      <dgm:spPr/>
    </dgm:pt>
    <dgm:pt modelId="{2701B364-A564-435E-9AEF-A95CA10FD21F}" type="pres">
      <dgm:prSet presAssocID="{30D8B806-CB53-4D6B-AD1F-5CBFED038E1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B1157443-3F84-4455-9A10-91BA4416F141}" type="pres">
      <dgm:prSet presAssocID="{30D8B806-CB53-4D6B-AD1F-5CBFED038E1F}" presName="negativeSpace" presStyleCnt="0"/>
      <dgm:spPr/>
    </dgm:pt>
    <dgm:pt modelId="{0A4E9176-42C5-4B0F-8E07-F900F168AB8A}" type="pres">
      <dgm:prSet presAssocID="{30D8B806-CB53-4D6B-AD1F-5CBFED038E1F}" presName="childText" presStyleLbl="conFgAcc1" presStyleIdx="2" presStyleCnt="3" custLinFactNeighborX="6943" custLinFactNeighborY="47087">
        <dgm:presLayoutVars>
          <dgm:bulletEnabled val="1"/>
        </dgm:presLayoutVars>
      </dgm:prSet>
      <dgm:spPr/>
    </dgm:pt>
  </dgm:ptLst>
  <dgm:cxnLst>
    <dgm:cxn modelId="{3597DE07-9B0C-474C-824D-8FDFDEC736B3}" type="presOf" srcId="{30D8B806-CB53-4D6B-AD1F-5CBFED038E1F}" destId="{39DC8667-6AC5-4BA1-9344-77D5E78F4C4F}" srcOrd="0" destOrd="0" presId="urn:microsoft.com/office/officeart/2005/8/layout/list1"/>
    <dgm:cxn modelId="{69AAB110-FAC4-4ECF-AD6D-A8244A891F3B}" type="presOf" srcId="{B82B16D5-A580-4EF9-B019-E645DCCE609E}" destId="{6BFD4744-13CB-4884-BB7E-0B686D31B90D}" srcOrd="0" destOrd="0" presId="urn:microsoft.com/office/officeart/2005/8/layout/list1"/>
    <dgm:cxn modelId="{47C5E034-958D-42F2-9351-085027FF111B}" srcId="{59C211C5-5931-4361-8289-A10B592F62D9}" destId="{30D8B806-CB53-4D6B-AD1F-5CBFED038E1F}" srcOrd="2" destOrd="0" parTransId="{FD1E8FF6-10B1-40D0-80C1-52495F853A74}" sibTransId="{40B0B558-15E9-4509-8A40-D1F46D4440FA}"/>
    <dgm:cxn modelId="{BD25A035-3466-49E2-95ED-4FBA33ADF9BD}" srcId="{59C211C5-5931-4361-8289-A10B592F62D9}" destId="{B82B16D5-A580-4EF9-B019-E645DCCE609E}" srcOrd="1" destOrd="0" parTransId="{5D961BE0-7B7B-41DB-A093-539F0E826588}" sibTransId="{83BE0C6B-EDE6-47E5-959A-84983F06C2A1}"/>
    <dgm:cxn modelId="{9FB65689-041B-41BA-AC6C-43CE7F71880F}" type="presOf" srcId="{6B2D8D23-04EC-4F4C-B4AB-AF104E5A22F6}" destId="{844CEA25-6FA8-4E38-98A1-ECD179BC8078}" srcOrd="1" destOrd="0" presId="urn:microsoft.com/office/officeart/2005/8/layout/list1"/>
    <dgm:cxn modelId="{1C19AE99-1E0E-4626-B784-829E4677BAA8}" srcId="{59C211C5-5931-4361-8289-A10B592F62D9}" destId="{6B2D8D23-04EC-4F4C-B4AB-AF104E5A22F6}" srcOrd="0" destOrd="0" parTransId="{17971C8B-9C4B-40EC-A69D-4933DC9F265A}" sibTransId="{8E2E0B3C-F945-4B47-85B6-3105898A1763}"/>
    <dgm:cxn modelId="{BAA5FEAA-2DE6-4657-AA90-9AB46EBE30CC}" type="presOf" srcId="{B82B16D5-A580-4EF9-B019-E645DCCE609E}" destId="{53B26235-2F1B-4ACE-9C89-A8ED6A82C1E5}" srcOrd="1" destOrd="0" presId="urn:microsoft.com/office/officeart/2005/8/layout/list1"/>
    <dgm:cxn modelId="{47C67BB7-024A-4590-9092-3D8367E2097F}" type="presOf" srcId="{30D8B806-CB53-4D6B-AD1F-5CBFED038E1F}" destId="{2701B364-A564-435E-9AEF-A95CA10FD21F}" srcOrd="1" destOrd="0" presId="urn:microsoft.com/office/officeart/2005/8/layout/list1"/>
    <dgm:cxn modelId="{B1C1E4EE-B28B-4B3B-8D71-D6AC0C5A6794}" type="presOf" srcId="{59C211C5-5931-4361-8289-A10B592F62D9}" destId="{47F9D886-11EB-41E4-BC9D-25808209805A}" srcOrd="0" destOrd="0" presId="urn:microsoft.com/office/officeart/2005/8/layout/list1"/>
    <dgm:cxn modelId="{CC254DF1-EF74-4D2A-B304-320516B47943}" type="presOf" srcId="{6B2D8D23-04EC-4F4C-B4AB-AF104E5A22F6}" destId="{1233D7F1-CBCD-4CE2-B40E-DE682BD0E42B}" srcOrd="0" destOrd="0" presId="urn:microsoft.com/office/officeart/2005/8/layout/list1"/>
    <dgm:cxn modelId="{B1117B43-D473-4396-AD66-709E50275A26}" type="presParOf" srcId="{47F9D886-11EB-41E4-BC9D-25808209805A}" destId="{CF72AA96-875B-46FE-9704-6E273B589582}" srcOrd="0" destOrd="0" presId="urn:microsoft.com/office/officeart/2005/8/layout/list1"/>
    <dgm:cxn modelId="{19383F20-C815-441C-8461-75FF0A917DEB}" type="presParOf" srcId="{CF72AA96-875B-46FE-9704-6E273B589582}" destId="{1233D7F1-CBCD-4CE2-B40E-DE682BD0E42B}" srcOrd="0" destOrd="0" presId="urn:microsoft.com/office/officeart/2005/8/layout/list1"/>
    <dgm:cxn modelId="{8CAB9A0C-3B1B-4186-BE96-690B423C0AF2}" type="presParOf" srcId="{CF72AA96-875B-46FE-9704-6E273B589582}" destId="{844CEA25-6FA8-4E38-98A1-ECD179BC8078}" srcOrd="1" destOrd="0" presId="urn:microsoft.com/office/officeart/2005/8/layout/list1"/>
    <dgm:cxn modelId="{838983E9-23C2-473E-8BFF-F7927A95B270}" type="presParOf" srcId="{47F9D886-11EB-41E4-BC9D-25808209805A}" destId="{CC75884A-FCF5-4973-BD10-335D2371401A}" srcOrd="1" destOrd="0" presId="urn:microsoft.com/office/officeart/2005/8/layout/list1"/>
    <dgm:cxn modelId="{747C8FF7-8E52-40DA-91A3-0EE614FA668E}" type="presParOf" srcId="{47F9D886-11EB-41E4-BC9D-25808209805A}" destId="{21EDE549-DA5E-47DA-9C92-B21F0D054E3C}" srcOrd="2" destOrd="0" presId="urn:microsoft.com/office/officeart/2005/8/layout/list1"/>
    <dgm:cxn modelId="{8E8616C1-DB04-490A-A923-2EA685FAF560}" type="presParOf" srcId="{47F9D886-11EB-41E4-BC9D-25808209805A}" destId="{BB407958-ABBB-4C54-AD45-81EC9C22C495}" srcOrd="3" destOrd="0" presId="urn:microsoft.com/office/officeart/2005/8/layout/list1"/>
    <dgm:cxn modelId="{477D266D-556B-446D-9874-59FC7312437A}" type="presParOf" srcId="{47F9D886-11EB-41E4-BC9D-25808209805A}" destId="{B2C782AD-8672-4B46-9F43-461A6405BDDD}" srcOrd="4" destOrd="0" presId="urn:microsoft.com/office/officeart/2005/8/layout/list1"/>
    <dgm:cxn modelId="{4A310100-738C-48A1-B6A5-83F8AF745910}" type="presParOf" srcId="{B2C782AD-8672-4B46-9F43-461A6405BDDD}" destId="{6BFD4744-13CB-4884-BB7E-0B686D31B90D}" srcOrd="0" destOrd="0" presId="urn:microsoft.com/office/officeart/2005/8/layout/list1"/>
    <dgm:cxn modelId="{3FAE1335-0267-45A9-A604-57E20D06CEDD}" type="presParOf" srcId="{B2C782AD-8672-4B46-9F43-461A6405BDDD}" destId="{53B26235-2F1B-4ACE-9C89-A8ED6A82C1E5}" srcOrd="1" destOrd="0" presId="urn:microsoft.com/office/officeart/2005/8/layout/list1"/>
    <dgm:cxn modelId="{B4F69319-ABAB-4CA0-B7DA-911FF317F9AD}" type="presParOf" srcId="{47F9D886-11EB-41E4-BC9D-25808209805A}" destId="{9DEE54DE-1610-4D3C-BF62-6079077E8405}" srcOrd="5" destOrd="0" presId="urn:microsoft.com/office/officeart/2005/8/layout/list1"/>
    <dgm:cxn modelId="{216CA9E3-91DD-4169-8893-75CB7762F65B}" type="presParOf" srcId="{47F9D886-11EB-41E4-BC9D-25808209805A}" destId="{C5C9F48C-9936-4B09-BADA-391331A219C2}" srcOrd="6" destOrd="0" presId="urn:microsoft.com/office/officeart/2005/8/layout/list1"/>
    <dgm:cxn modelId="{E0786D01-6595-4302-984A-3451FD018948}" type="presParOf" srcId="{47F9D886-11EB-41E4-BC9D-25808209805A}" destId="{45690B68-C30D-457B-B8BD-E50F428DAE7E}" srcOrd="7" destOrd="0" presId="urn:microsoft.com/office/officeart/2005/8/layout/list1"/>
    <dgm:cxn modelId="{32BBFE30-BDFC-4575-A5A9-5CD484BBE0E6}" type="presParOf" srcId="{47F9D886-11EB-41E4-BC9D-25808209805A}" destId="{C318B24D-5DEA-4668-B95A-2BA4CADDAE64}" srcOrd="8" destOrd="0" presId="urn:microsoft.com/office/officeart/2005/8/layout/list1"/>
    <dgm:cxn modelId="{CB20531C-1631-4CA0-8EFD-DBAD88235AF7}" type="presParOf" srcId="{C318B24D-5DEA-4668-B95A-2BA4CADDAE64}" destId="{39DC8667-6AC5-4BA1-9344-77D5E78F4C4F}" srcOrd="0" destOrd="0" presId="urn:microsoft.com/office/officeart/2005/8/layout/list1"/>
    <dgm:cxn modelId="{5CE7EDF1-B16C-455E-AF3F-4694ABB53A78}" type="presParOf" srcId="{C318B24D-5DEA-4668-B95A-2BA4CADDAE64}" destId="{2701B364-A564-435E-9AEF-A95CA10FD21F}" srcOrd="1" destOrd="0" presId="urn:microsoft.com/office/officeart/2005/8/layout/list1"/>
    <dgm:cxn modelId="{E211CF85-5A2F-44F0-8757-C04D65A9DCBB}" type="presParOf" srcId="{47F9D886-11EB-41E4-BC9D-25808209805A}" destId="{B1157443-3F84-4455-9A10-91BA4416F141}" srcOrd="9" destOrd="0" presId="urn:microsoft.com/office/officeart/2005/8/layout/list1"/>
    <dgm:cxn modelId="{05B7D919-533C-4847-BC96-AE812B055CB6}" type="presParOf" srcId="{47F9D886-11EB-41E4-BC9D-25808209805A}" destId="{0A4E9176-42C5-4B0F-8E07-F900F168AB8A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F88FE9-0284-4DE5-9B82-7FD9C4E80450}" type="doc">
      <dgm:prSet loTypeId="urn:microsoft.com/office/officeart/2005/8/layout/vList3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01CC1AD5-2D8F-4D1D-9ADD-153A845D54FF}">
      <dgm:prSet phldrT="[Texte]" custT="1"/>
      <dgm:spPr/>
      <dgm:t>
        <a:bodyPr/>
        <a:lstStyle/>
        <a:p>
          <a:r>
            <a:rPr lang="fr-FR" sz="1600" b="1" dirty="0">
              <a:solidFill>
                <a:schemeClr val="bg1"/>
              </a:solidFill>
            </a:rPr>
            <a:t>Gestion des utilisateurs</a:t>
          </a:r>
        </a:p>
      </dgm:t>
    </dgm:pt>
    <dgm:pt modelId="{F817A7E7-836A-4E12-8EAE-CF88A7D224AB}" type="parTrans" cxnId="{73E68165-1DF9-44C6-BD49-FCC464FF7921}">
      <dgm:prSet/>
      <dgm:spPr/>
      <dgm:t>
        <a:bodyPr/>
        <a:lstStyle/>
        <a:p>
          <a:endParaRPr lang="fr-FR">
            <a:solidFill>
              <a:schemeClr val="bg1"/>
            </a:solidFill>
          </a:endParaRPr>
        </a:p>
      </dgm:t>
    </dgm:pt>
    <dgm:pt modelId="{2B0A6405-84DD-48CF-BD86-C0F544B79041}" type="sibTrans" cxnId="{73E68165-1DF9-44C6-BD49-FCC464FF7921}">
      <dgm:prSet/>
      <dgm:spPr/>
      <dgm:t>
        <a:bodyPr/>
        <a:lstStyle/>
        <a:p>
          <a:endParaRPr lang="fr-FR">
            <a:solidFill>
              <a:schemeClr val="bg1"/>
            </a:solidFill>
          </a:endParaRPr>
        </a:p>
      </dgm:t>
    </dgm:pt>
    <dgm:pt modelId="{DAE18C3F-A375-4373-B067-AB3EFE9229D7}">
      <dgm:prSet phldrT="[Texte]" custT="1"/>
      <dgm:spPr/>
      <dgm:t>
        <a:bodyPr/>
        <a:lstStyle/>
        <a:p>
          <a:r>
            <a:rPr lang="fr-FR" sz="1600" b="1" dirty="0">
              <a:solidFill>
                <a:schemeClr val="bg1"/>
              </a:solidFill>
            </a:rPr>
            <a:t>Gestion des réclamations</a:t>
          </a:r>
        </a:p>
      </dgm:t>
    </dgm:pt>
    <dgm:pt modelId="{EF1F2180-0837-40A3-9590-9227BBD9F254}" type="parTrans" cxnId="{81F9BE3D-F9A5-4F1E-9742-68D73026C840}">
      <dgm:prSet/>
      <dgm:spPr/>
      <dgm:t>
        <a:bodyPr/>
        <a:lstStyle/>
        <a:p>
          <a:endParaRPr lang="fr-FR">
            <a:solidFill>
              <a:schemeClr val="bg1"/>
            </a:solidFill>
          </a:endParaRPr>
        </a:p>
      </dgm:t>
    </dgm:pt>
    <dgm:pt modelId="{DE1A48F8-FB4F-456C-A75C-228F43671889}" type="sibTrans" cxnId="{81F9BE3D-F9A5-4F1E-9742-68D73026C840}">
      <dgm:prSet/>
      <dgm:spPr/>
      <dgm:t>
        <a:bodyPr/>
        <a:lstStyle/>
        <a:p>
          <a:endParaRPr lang="fr-FR">
            <a:solidFill>
              <a:schemeClr val="bg1"/>
            </a:solidFill>
          </a:endParaRPr>
        </a:p>
      </dgm:t>
    </dgm:pt>
    <dgm:pt modelId="{4900B710-2156-4349-BD78-FA1F08E35F4C}">
      <dgm:prSet phldrT="[Texte]" custT="1"/>
      <dgm:spPr/>
      <dgm:t>
        <a:bodyPr/>
        <a:lstStyle/>
        <a:p>
          <a:r>
            <a:rPr lang="fr-FR" sz="1600" b="1" dirty="0">
              <a:solidFill>
                <a:schemeClr val="bg1"/>
              </a:solidFill>
            </a:rPr>
            <a:t>Gestion des </a:t>
          </a:r>
          <a:r>
            <a:rPr lang="fr-FR" sz="1600" b="1" dirty="0" err="1">
              <a:solidFill>
                <a:schemeClr val="bg1"/>
              </a:solidFill>
            </a:rPr>
            <a:t>Investissemets</a:t>
          </a:r>
          <a:endParaRPr lang="fr-FR" sz="1600" b="1" dirty="0">
            <a:solidFill>
              <a:schemeClr val="bg1"/>
            </a:solidFill>
          </a:endParaRPr>
        </a:p>
      </dgm:t>
    </dgm:pt>
    <dgm:pt modelId="{3A358F92-A3E7-429E-9417-B1E17A827814}" type="parTrans" cxnId="{3F6D7E11-A352-4610-A050-1B4E6D9FA06D}">
      <dgm:prSet/>
      <dgm:spPr/>
      <dgm:t>
        <a:bodyPr/>
        <a:lstStyle/>
        <a:p>
          <a:endParaRPr lang="fr-FR">
            <a:solidFill>
              <a:schemeClr val="bg1"/>
            </a:solidFill>
          </a:endParaRPr>
        </a:p>
      </dgm:t>
    </dgm:pt>
    <dgm:pt modelId="{72FF3A82-FB7C-4AE5-A446-022102B8316B}" type="sibTrans" cxnId="{3F6D7E11-A352-4610-A050-1B4E6D9FA06D}">
      <dgm:prSet/>
      <dgm:spPr/>
      <dgm:t>
        <a:bodyPr/>
        <a:lstStyle/>
        <a:p>
          <a:endParaRPr lang="fr-FR">
            <a:solidFill>
              <a:schemeClr val="bg1"/>
            </a:solidFill>
          </a:endParaRPr>
        </a:p>
      </dgm:t>
    </dgm:pt>
    <dgm:pt modelId="{F1E0AE3C-5E29-4629-A678-4846561F6487}">
      <dgm:prSet phldrT="[Texte]" custT="1"/>
      <dgm:spPr/>
      <dgm:t>
        <a:bodyPr/>
        <a:lstStyle/>
        <a:p>
          <a:r>
            <a:rPr lang="fr-FR" sz="1600" b="1" dirty="0">
              <a:solidFill>
                <a:schemeClr val="bg1"/>
              </a:solidFill>
            </a:rPr>
            <a:t>Gestion des projets</a:t>
          </a:r>
        </a:p>
      </dgm:t>
    </dgm:pt>
    <dgm:pt modelId="{406D250C-F4DD-47D2-8A04-90A76662372C}" type="parTrans" cxnId="{53BFE801-2D66-4CCA-AEAA-CB55A5691065}">
      <dgm:prSet/>
      <dgm:spPr/>
      <dgm:t>
        <a:bodyPr/>
        <a:lstStyle/>
        <a:p>
          <a:endParaRPr lang="fr-FR">
            <a:solidFill>
              <a:schemeClr val="bg1"/>
            </a:solidFill>
          </a:endParaRPr>
        </a:p>
      </dgm:t>
    </dgm:pt>
    <dgm:pt modelId="{04B45784-6381-4BF7-8F50-5AE75F5B1A4E}" type="sibTrans" cxnId="{53BFE801-2D66-4CCA-AEAA-CB55A5691065}">
      <dgm:prSet/>
      <dgm:spPr/>
      <dgm:t>
        <a:bodyPr/>
        <a:lstStyle/>
        <a:p>
          <a:endParaRPr lang="fr-FR">
            <a:solidFill>
              <a:schemeClr val="bg1"/>
            </a:solidFill>
          </a:endParaRPr>
        </a:p>
      </dgm:t>
    </dgm:pt>
    <dgm:pt modelId="{857C9372-FE4E-4554-AD2B-9A4394EA9F14}">
      <dgm:prSet phldrT="[Texte]" custT="1"/>
      <dgm:spPr/>
      <dgm:t>
        <a:bodyPr/>
        <a:lstStyle/>
        <a:p>
          <a:r>
            <a:rPr lang="fr-FR" sz="1600" b="1" dirty="0">
              <a:solidFill>
                <a:schemeClr val="bg1"/>
              </a:solidFill>
            </a:rPr>
            <a:t>Gestion de l</a:t>
          </a:r>
          <a:r>
            <a:rPr lang="fr-TN" sz="1600" b="1" dirty="0">
              <a:solidFill>
                <a:schemeClr val="bg1"/>
              </a:solidFill>
            </a:rPr>
            <a:t>'a</a:t>
          </a:r>
          <a:r>
            <a:rPr lang="fr-FR" sz="1600" b="1" dirty="0" err="1">
              <a:solidFill>
                <a:schemeClr val="bg1"/>
              </a:solidFill>
            </a:rPr>
            <a:t>ccompagnement</a:t>
          </a:r>
          <a:endParaRPr lang="fr-FR" sz="1600" b="1" dirty="0">
            <a:solidFill>
              <a:schemeClr val="bg1"/>
            </a:solidFill>
          </a:endParaRPr>
        </a:p>
      </dgm:t>
    </dgm:pt>
    <dgm:pt modelId="{06859324-51F8-48C7-ABED-5B0BB76E9EFF}" type="parTrans" cxnId="{F179D5BF-0C3E-4E36-8F1B-B9B986B14F26}">
      <dgm:prSet/>
      <dgm:spPr/>
      <dgm:t>
        <a:bodyPr/>
        <a:lstStyle/>
        <a:p>
          <a:endParaRPr lang="fr-FR">
            <a:solidFill>
              <a:schemeClr val="bg1"/>
            </a:solidFill>
          </a:endParaRPr>
        </a:p>
      </dgm:t>
    </dgm:pt>
    <dgm:pt modelId="{63022520-B595-4EA8-8824-B87101DE5D87}" type="sibTrans" cxnId="{F179D5BF-0C3E-4E36-8F1B-B9B986B14F26}">
      <dgm:prSet/>
      <dgm:spPr/>
      <dgm:t>
        <a:bodyPr/>
        <a:lstStyle/>
        <a:p>
          <a:endParaRPr lang="fr-FR">
            <a:solidFill>
              <a:schemeClr val="bg1"/>
            </a:solidFill>
          </a:endParaRPr>
        </a:p>
      </dgm:t>
    </dgm:pt>
    <dgm:pt modelId="{E106F4DE-EFBC-440F-9D1E-67428BB474B9}">
      <dgm:prSet phldrT="[Texte]" custT="1"/>
      <dgm:spPr/>
      <dgm:t>
        <a:bodyPr/>
        <a:lstStyle/>
        <a:p>
          <a:r>
            <a:rPr lang="fr-FR" sz="1600" b="1" dirty="0">
              <a:solidFill>
                <a:schemeClr val="bg1"/>
              </a:solidFill>
            </a:rPr>
            <a:t>Gestion des documents</a:t>
          </a:r>
        </a:p>
      </dgm:t>
    </dgm:pt>
    <dgm:pt modelId="{32BA8243-B9F4-4F8B-9C1D-1C740B623426}" type="parTrans" cxnId="{8E20FAC8-4E4B-4D5B-AD5B-3A8FEB5CA713}">
      <dgm:prSet/>
      <dgm:spPr/>
      <dgm:t>
        <a:bodyPr/>
        <a:lstStyle/>
        <a:p>
          <a:endParaRPr lang="fr-FR">
            <a:solidFill>
              <a:schemeClr val="bg1"/>
            </a:solidFill>
          </a:endParaRPr>
        </a:p>
      </dgm:t>
    </dgm:pt>
    <dgm:pt modelId="{B9D9631B-8333-4A3B-8B7A-D364DDD47C41}" type="sibTrans" cxnId="{8E20FAC8-4E4B-4D5B-AD5B-3A8FEB5CA713}">
      <dgm:prSet/>
      <dgm:spPr/>
      <dgm:t>
        <a:bodyPr/>
        <a:lstStyle/>
        <a:p>
          <a:endParaRPr lang="fr-FR">
            <a:solidFill>
              <a:schemeClr val="bg1"/>
            </a:solidFill>
          </a:endParaRPr>
        </a:p>
      </dgm:t>
    </dgm:pt>
    <dgm:pt modelId="{6A327D00-28C3-45E2-9828-7C711FB42470}">
      <dgm:prSet phldrT="[Texte]" custT="1"/>
      <dgm:spPr/>
      <dgm:t>
        <a:bodyPr/>
        <a:lstStyle/>
        <a:p>
          <a:r>
            <a:rPr lang="fr-FR" sz="1600" b="1" dirty="0">
              <a:solidFill>
                <a:schemeClr val="bg1"/>
              </a:solidFill>
            </a:rPr>
            <a:t>Gestion de la communication</a:t>
          </a:r>
        </a:p>
      </dgm:t>
    </dgm:pt>
    <dgm:pt modelId="{DD6FBB69-933F-48ED-B59E-58954DFB5391}" type="sibTrans" cxnId="{AE06AC1C-278B-42E6-B85B-4071931ECF64}">
      <dgm:prSet/>
      <dgm:spPr/>
      <dgm:t>
        <a:bodyPr/>
        <a:lstStyle/>
        <a:p>
          <a:endParaRPr lang="fr-FR">
            <a:solidFill>
              <a:schemeClr val="bg1"/>
            </a:solidFill>
          </a:endParaRPr>
        </a:p>
      </dgm:t>
    </dgm:pt>
    <dgm:pt modelId="{D60DD413-CA24-4BF5-A0B4-199383218734}" type="parTrans" cxnId="{AE06AC1C-278B-42E6-B85B-4071931ECF64}">
      <dgm:prSet/>
      <dgm:spPr/>
      <dgm:t>
        <a:bodyPr/>
        <a:lstStyle/>
        <a:p>
          <a:endParaRPr lang="fr-FR">
            <a:solidFill>
              <a:schemeClr val="bg1"/>
            </a:solidFill>
          </a:endParaRPr>
        </a:p>
      </dgm:t>
    </dgm:pt>
    <dgm:pt modelId="{1AD9F058-1331-4197-8650-30FBF5E3DB6D}">
      <dgm:prSet phldrT="[Texte]" custT="1"/>
      <dgm:spPr/>
      <dgm:t>
        <a:bodyPr/>
        <a:lstStyle/>
        <a:p>
          <a:r>
            <a:rPr lang="fr-FR" sz="1600" b="1" dirty="0">
              <a:solidFill>
                <a:schemeClr val="bg1"/>
              </a:solidFill>
            </a:rPr>
            <a:t>Gestion des notifications</a:t>
          </a:r>
        </a:p>
      </dgm:t>
    </dgm:pt>
    <dgm:pt modelId="{8463ED58-0E94-45CA-8D0E-A6D838341349}" type="parTrans" cxnId="{7EA5A198-748A-481F-92A5-4A734972923E}">
      <dgm:prSet/>
      <dgm:spPr/>
      <dgm:t>
        <a:bodyPr/>
        <a:lstStyle/>
        <a:p>
          <a:endParaRPr lang="fr-FR">
            <a:solidFill>
              <a:schemeClr val="bg1"/>
            </a:solidFill>
          </a:endParaRPr>
        </a:p>
      </dgm:t>
    </dgm:pt>
    <dgm:pt modelId="{F35CD563-CEC4-4257-90A9-47A4C09E4150}" type="sibTrans" cxnId="{7EA5A198-748A-481F-92A5-4A734972923E}">
      <dgm:prSet/>
      <dgm:spPr/>
      <dgm:t>
        <a:bodyPr/>
        <a:lstStyle/>
        <a:p>
          <a:endParaRPr lang="fr-FR">
            <a:solidFill>
              <a:schemeClr val="bg1"/>
            </a:solidFill>
          </a:endParaRPr>
        </a:p>
      </dgm:t>
    </dgm:pt>
    <dgm:pt modelId="{08CB24F1-3156-4018-968C-165144E12140}">
      <dgm:prSet phldrT="[Texte]" custT="1"/>
      <dgm:spPr/>
      <dgm:t>
        <a:bodyPr/>
        <a:lstStyle/>
        <a:p>
          <a:r>
            <a:rPr lang="fr-FR" sz="1600" b="1" dirty="0">
              <a:solidFill>
                <a:schemeClr val="bg1"/>
              </a:solidFill>
            </a:rPr>
            <a:t>Gestion des rendez-vous</a:t>
          </a:r>
        </a:p>
      </dgm:t>
    </dgm:pt>
    <dgm:pt modelId="{C0316B5F-70F7-40DF-9F46-6C760A5D09F4}" type="parTrans" cxnId="{18C58DE2-6415-49D5-AD81-D28607FB32DC}">
      <dgm:prSet/>
      <dgm:spPr/>
      <dgm:t>
        <a:bodyPr/>
        <a:lstStyle/>
        <a:p>
          <a:endParaRPr lang="fr-FR">
            <a:solidFill>
              <a:schemeClr val="bg1"/>
            </a:solidFill>
          </a:endParaRPr>
        </a:p>
      </dgm:t>
    </dgm:pt>
    <dgm:pt modelId="{6F320879-BBAC-4592-BEBA-F6CD9307AB52}" type="sibTrans" cxnId="{18C58DE2-6415-49D5-AD81-D28607FB32DC}">
      <dgm:prSet/>
      <dgm:spPr/>
      <dgm:t>
        <a:bodyPr/>
        <a:lstStyle/>
        <a:p>
          <a:endParaRPr lang="fr-FR">
            <a:solidFill>
              <a:schemeClr val="bg1"/>
            </a:solidFill>
          </a:endParaRPr>
        </a:p>
      </dgm:t>
    </dgm:pt>
    <dgm:pt modelId="{3F222B62-1732-483F-B34C-B85B7E393F71}" type="pres">
      <dgm:prSet presAssocID="{03F88FE9-0284-4DE5-9B82-7FD9C4E80450}" presName="linearFlow" presStyleCnt="0">
        <dgm:presLayoutVars>
          <dgm:dir/>
          <dgm:resizeHandles val="exact"/>
        </dgm:presLayoutVars>
      </dgm:prSet>
      <dgm:spPr/>
    </dgm:pt>
    <dgm:pt modelId="{528AD578-947A-4C2F-8F06-216DD0100874}" type="pres">
      <dgm:prSet presAssocID="{01CC1AD5-2D8F-4D1D-9ADD-153A845D54FF}" presName="composite" presStyleCnt="0"/>
      <dgm:spPr/>
    </dgm:pt>
    <dgm:pt modelId="{F83A8B80-1916-481C-B3AF-17883290FFAD}" type="pres">
      <dgm:prSet presAssocID="{01CC1AD5-2D8F-4D1D-9ADD-153A845D54FF}" presName="imgShp" presStyleLbl="fgImgPlace1" presStyleIdx="0" presStyleCnt="9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tilisateurs avec un remplissage uni"/>
        </a:ext>
      </dgm:extLst>
    </dgm:pt>
    <dgm:pt modelId="{50190839-FE4C-4059-916E-A228B54684F7}" type="pres">
      <dgm:prSet presAssocID="{01CC1AD5-2D8F-4D1D-9ADD-153A845D54FF}" presName="txShp" presStyleLbl="node1" presStyleIdx="0" presStyleCnt="9" custScaleX="87689">
        <dgm:presLayoutVars>
          <dgm:bulletEnabled val="1"/>
        </dgm:presLayoutVars>
      </dgm:prSet>
      <dgm:spPr/>
    </dgm:pt>
    <dgm:pt modelId="{89E20B85-1D03-43A5-B4F6-DA25017E7624}" type="pres">
      <dgm:prSet presAssocID="{2B0A6405-84DD-48CF-BD86-C0F544B79041}" presName="spacing" presStyleCnt="0"/>
      <dgm:spPr/>
    </dgm:pt>
    <dgm:pt modelId="{F6E40928-0CA4-4BCA-8C34-811D6C75ACA4}" type="pres">
      <dgm:prSet presAssocID="{F1E0AE3C-5E29-4629-A678-4846561F6487}" presName="composite" presStyleCnt="0"/>
      <dgm:spPr/>
    </dgm:pt>
    <dgm:pt modelId="{B649CC2D-BA26-4F4C-908E-1B15314675D4}" type="pres">
      <dgm:prSet presAssocID="{F1E0AE3C-5E29-4629-A678-4846561F6487}" presName="imgShp" presStyleLbl="fgImgPlace1" presStyleIdx="1" presStyleCnt="9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éunion avec un remplissage uni"/>
        </a:ext>
      </dgm:extLst>
    </dgm:pt>
    <dgm:pt modelId="{27F827A9-8AC5-4E75-BF14-97D9D5832B0A}" type="pres">
      <dgm:prSet presAssocID="{F1E0AE3C-5E29-4629-A678-4846561F6487}" presName="txShp" presStyleLbl="node1" presStyleIdx="1" presStyleCnt="9" custScaleX="89380">
        <dgm:presLayoutVars>
          <dgm:bulletEnabled val="1"/>
        </dgm:presLayoutVars>
      </dgm:prSet>
      <dgm:spPr/>
    </dgm:pt>
    <dgm:pt modelId="{8F7DAB18-CF60-485E-88DE-371BA4173A7B}" type="pres">
      <dgm:prSet presAssocID="{04B45784-6381-4BF7-8F50-5AE75F5B1A4E}" presName="spacing" presStyleCnt="0"/>
      <dgm:spPr/>
    </dgm:pt>
    <dgm:pt modelId="{AA532957-145B-4219-BCE7-55C2A826FC74}" type="pres">
      <dgm:prSet presAssocID="{08CB24F1-3156-4018-968C-165144E12140}" presName="composite" presStyleCnt="0"/>
      <dgm:spPr/>
    </dgm:pt>
    <dgm:pt modelId="{113F4BF4-FE53-4F8B-B6D9-D0B1E9AC511A}" type="pres">
      <dgm:prSet presAssocID="{08CB24F1-3156-4018-968C-165144E12140}" presName="imgShp" presStyleLbl="fgImgPlace1" presStyleIdx="2" presStyleCnt="9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endrier journalier avec un remplissage uni"/>
        </a:ext>
      </dgm:extLst>
    </dgm:pt>
    <dgm:pt modelId="{5062F6FB-3A0A-44F4-85D6-54A57BC18ED7}" type="pres">
      <dgm:prSet presAssocID="{08CB24F1-3156-4018-968C-165144E12140}" presName="txShp" presStyleLbl="node1" presStyleIdx="2" presStyleCnt="9" custScaleX="90635">
        <dgm:presLayoutVars>
          <dgm:bulletEnabled val="1"/>
        </dgm:presLayoutVars>
      </dgm:prSet>
      <dgm:spPr/>
    </dgm:pt>
    <dgm:pt modelId="{0E01BAE6-9B61-45CB-A3ED-A958D4BF16B4}" type="pres">
      <dgm:prSet presAssocID="{6F320879-BBAC-4592-BEBA-F6CD9307AB52}" presName="spacing" presStyleCnt="0"/>
      <dgm:spPr/>
    </dgm:pt>
    <dgm:pt modelId="{B4B7576B-70AD-4E98-9CB7-A83808076B7A}" type="pres">
      <dgm:prSet presAssocID="{857C9372-FE4E-4554-AD2B-9A4394EA9F14}" presName="composite" presStyleCnt="0"/>
      <dgm:spPr/>
    </dgm:pt>
    <dgm:pt modelId="{1BDE245D-2B24-454B-BA32-70D540E6A92A}" type="pres">
      <dgm:prSet presAssocID="{857C9372-FE4E-4554-AD2B-9A4394EA9F14}" presName="imgShp" presStyleLbl="fgImgPlace1" presStyleIdx="3" presStyleCnt="9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ste de contrôle avec un remplissage uni"/>
        </a:ext>
      </dgm:extLst>
    </dgm:pt>
    <dgm:pt modelId="{5CC39F27-1424-485E-8291-4FA87963B9B9}" type="pres">
      <dgm:prSet presAssocID="{857C9372-FE4E-4554-AD2B-9A4394EA9F14}" presName="txShp" presStyleLbl="node1" presStyleIdx="3" presStyleCnt="9" custScaleX="89850">
        <dgm:presLayoutVars>
          <dgm:bulletEnabled val="1"/>
        </dgm:presLayoutVars>
      </dgm:prSet>
      <dgm:spPr/>
    </dgm:pt>
    <dgm:pt modelId="{66EAF4A2-B2DB-4D32-B8AE-415C710DE7CA}" type="pres">
      <dgm:prSet presAssocID="{63022520-B595-4EA8-8824-B87101DE5D87}" presName="spacing" presStyleCnt="0"/>
      <dgm:spPr/>
    </dgm:pt>
    <dgm:pt modelId="{E42C8BD9-F45A-42E4-A76F-45E8984B2EDD}" type="pres">
      <dgm:prSet presAssocID="{E106F4DE-EFBC-440F-9D1E-67428BB474B9}" presName="composite" presStyleCnt="0"/>
      <dgm:spPr/>
    </dgm:pt>
    <dgm:pt modelId="{6138B84B-756B-488C-9E4E-AD23760CF2B4}" type="pres">
      <dgm:prSet presAssocID="{E106F4DE-EFBC-440F-9D1E-67428BB474B9}" presName="imgShp" presStyleLbl="fgImgPlace1" presStyleIdx="4" presStyleCnt="9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 avec un remplissage uni"/>
        </a:ext>
      </dgm:extLst>
    </dgm:pt>
    <dgm:pt modelId="{55B3086C-EE45-49AC-8509-A1D95A904B71}" type="pres">
      <dgm:prSet presAssocID="{E106F4DE-EFBC-440F-9D1E-67428BB474B9}" presName="txShp" presStyleLbl="node1" presStyleIdx="4" presStyleCnt="9" custScaleX="89568">
        <dgm:presLayoutVars>
          <dgm:bulletEnabled val="1"/>
        </dgm:presLayoutVars>
      </dgm:prSet>
      <dgm:spPr/>
    </dgm:pt>
    <dgm:pt modelId="{F6040792-DD86-4754-9FB9-96ECF9AF67A9}" type="pres">
      <dgm:prSet presAssocID="{B9D9631B-8333-4A3B-8B7A-D364DDD47C41}" presName="spacing" presStyleCnt="0"/>
      <dgm:spPr/>
    </dgm:pt>
    <dgm:pt modelId="{9D2903D1-A806-4B4F-912A-8706CF6F2AEE}" type="pres">
      <dgm:prSet presAssocID="{6A327D00-28C3-45E2-9828-7C711FB42470}" presName="composite" presStyleCnt="0"/>
      <dgm:spPr/>
    </dgm:pt>
    <dgm:pt modelId="{78E9DEC2-0CE8-46A4-BCD3-0D75F122029D}" type="pres">
      <dgm:prSet presAssocID="{6A327D00-28C3-45E2-9828-7C711FB42470}" presName="imgShp" presStyleLbl="fgImgPlace1" presStyleIdx="5" presStyleCnt="9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 avec un remplissage uni"/>
        </a:ext>
      </dgm:extLst>
    </dgm:pt>
    <dgm:pt modelId="{C666B818-D9EF-4871-969C-8BBA629C5766}" type="pres">
      <dgm:prSet presAssocID="{6A327D00-28C3-45E2-9828-7C711FB42470}" presName="txShp" presStyleLbl="node1" presStyleIdx="5" presStyleCnt="9" custScaleX="90557">
        <dgm:presLayoutVars>
          <dgm:bulletEnabled val="1"/>
        </dgm:presLayoutVars>
      </dgm:prSet>
      <dgm:spPr/>
    </dgm:pt>
    <dgm:pt modelId="{3237CA0D-D56D-4580-98AB-5C0A85CE437D}" type="pres">
      <dgm:prSet presAssocID="{DD6FBB69-933F-48ED-B59E-58954DFB5391}" presName="spacing" presStyleCnt="0"/>
      <dgm:spPr/>
    </dgm:pt>
    <dgm:pt modelId="{4AD124ED-37C2-4783-9FE8-72D9440078EE}" type="pres">
      <dgm:prSet presAssocID="{DAE18C3F-A375-4373-B067-AB3EFE9229D7}" presName="composite" presStyleCnt="0"/>
      <dgm:spPr/>
    </dgm:pt>
    <dgm:pt modelId="{15C75724-506B-4FCB-AB38-C757F27F8592}" type="pres">
      <dgm:prSet presAssocID="{DAE18C3F-A375-4373-B067-AB3EFE9229D7}" presName="imgShp" presStyleLbl="fgImgPlace1" presStyleIdx="6" presStyleCnt="9"/>
      <dgm:spPr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vertissement avec un remplissage uni"/>
        </a:ext>
      </dgm:extLst>
    </dgm:pt>
    <dgm:pt modelId="{CFED4199-7AA5-4888-9B8C-76CE76F5D1BB}" type="pres">
      <dgm:prSet presAssocID="{DAE18C3F-A375-4373-B067-AB3EFE9229D7}" presName="txShp" presStyleLbl="node1" presStyleIdx="6" presStyleCnt="9" custScaleX="89075">
        <dgm:presLayoutVars>
          <dgm:bulletEnabled val="1"/>
        </dgm:presLayoutVars>
      </dgm:prSet>
      <dgm:spPr/>
    </dgm:pt>
    <dgm:pt modelId="{B05DC377-3805-48DA-AFC3-ECE788ED1DF8}" type="pres">
      <dgm:prSet presAssocID="{DE1A48F8-FB4F-456C-A75C-228F43671889}" presName="spacing" presStyleCnt="0"/>
      <dgm:spPr/>
    </dgm:pt>
    <dgm:pt modelId="{95C98BEF-FAAF-4DFF-8B4D-EEE634D16B08}" type="pres">
      <dgm:prSet presAssocID="{4900B710-2156-4349-BD78-FA1F08E35F4C}" presName="composite" presStyleCnt="0"/>
      <dgm:spPr/>
    </dgm:pt>
    <dgm:pt modelId="{245F6147-3AAF-44DE-88E8-73F4E8CF6042}" type="pres">
      <dgm:prSet presAssocID="{4900B710-2156-4349-BD78-FA1F08E35F4C}" presName="imgShp" presStyleLbl="fgImgPlace1" presStyleIdx="7" presStyleCnt="9"/>
      <dgm:spPr>
        <a:blipFill>
          <a:blip xmlns:r="http://schemas.openxmlformats.org/officeDocument/2006/relationships"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gent avec un remplissage uni"/>
        </a:ext>
      </dgm:extLst>
    </dgm:pt>
    <dgm:pt modelId="{A361252B-AB03-4E10-B63F-0762C5DD71F1}" type="pres">
      <dgm:prSet presAssocID="{4900B710-2156-4349-BD78-FA1F08E35F4C}" presName="txShp" presStyleLbl="node1" presStyleIdx="7" presStyleCnt="9" custScaleX="90085">
        <dgm:presLayoutVars>
          <dgm:bulletEnabled val="1"/>
        </dgm:presLayoutVars>
      </dgm:prSet>
      <dgm:spPr/>
    </dgm:pt>
    <dgm:pt modelId="{4DAEE244-F25A-435E-8813-DCF981914469}" type="pres">
      <dgm:prSet presAssocID="{72FF3A82-FB7C-4AE5-A446-022102B8316B}" presName="spacing" presStyleCnt="0"/>
      <dgm:spPr/>
    </dgm:pt>
    <dgm:pt modelId="{3EA662F0-5BFE-485A-9FE0-43791A3D98E6}" type="pres">
      <dgm:prSet presAssocID="{1AD9F058-1331-4197-8650-30FBF5E3DB6D}" presName="composite" presStyleCnt="0"/>
      <dgm:spPr/>
    </dgm:pt>
    <dgm:pt modelId="{24E0C30A-66ED-4B53-91C7-30A636462EC6}" type="pres">
      <dgm:prSet presAssocID="{1AD9F058-1331-4197-8650-30FBF5E3DB6D}" presName="imgShp" presStyleLbl="fgImgPlace1" presStyleIdx="8" presStyleCnt="9"/>
      <dgm:spPr>
        <a:blipFill>
          <a:blip xmlns:r="http://schemas.openxmlformats.org/officeDocument/2006/relationships"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ting avec un remplissage uni"/>
        </a:ext>
      </dgm:extLst>
    </dgm:pt>
    <dgm:pt modelId="{5E767D94-E7C3-4D65-A9F8-F846CB9A0C0B}" type="pres">
      <dgm:prSet presAssocID="{1AD9F058-1331-4197-8650-30FBF5E3DB6D}" presName="txShp" presStyleLbl="node1" presStyleIdx="8" presStyleCnt="9" custScaleX="90790">
        <dgm:presLayoutVars>
          <dgm:bulletEnabled val="1"/>
        </dgm:presLayoutVars>
      </dgm:prSet>
      <dgm:spPr/>
    </dgm:pt>
  </dgm:ptLst>
  <dgm:cxnLst>
    <dgm:cxn modelId="{53BFE801-2D66-4CCA-AEAA-CB55A5691065}" srcId="{03F88FE9-0284-4DE5-9B82-7FD9C4E80450}" destId="{F1E0AE3C-5E29-4629-A678-4846561F6487}" srcOrd="1" destOrd="0" parTransId="{406D250C-F4DD-47D2-8A04-90A76662372C}" sibTransId="{04B45784-6381-4BF7-8F50-5AE75F5B1A4E}"/>
    <dgm:cxn modelId="{3F6D7E11-A352-4610-A050-1B4E6D9FA06D}" srcId="{03F88FE9-0284-4DE5-9B82-7FD9C4E80450}" destId="{4900B710-2156-4349-BD78-FA1F08E35F4C}" srcOrd="7" destOrd="0" parTransId="{3A358F92-A3E7-429E-9417-B1E17A827814}" sibTransId="{72FF3A82-FB7C-4AE5-A446-022102B8316B}"/>
    <dgm:cxn modelId="{AE06AC1C-278B-42E6-B85B-4071931ECF64}" srcId="{03F88FE9-0284-4DE5-9B82-7FD9C4E80450}" destId="{6A327D00-28C3-45E2-9828-7C711FB42470}" srcOrd="5" destOrd="0" parTransId="{D60DD413-CA24-4BF5-A0B4-199383218734}" sibTransId="{DD6FBB69-933F-48ED-B59E-58954DFB5391}"/>
    <dgm:cxn modelId="{81F9BE3D-F9A5-4F1E-9742-68D73026C840}" srcId="{03F88FE9-0284-4DE5-9B82-7FD9C4E80450}" destId="{DAE18C3F-A375-4373-B067-AB3EFE9229D7}" srcOrd="6" destOrd="0" parTransId="{EF1F2180-0837-40A3-9590-9227BBD9F254}" sibTransId="{DE1A48F8-FB4F-456C-A75C-228F43671889}"/>
    <dgm:cxn modelId="{2A33A05F-C372-4D0A-975E-FF42E9C10216}" type="presOf" srcId="{E106F4DE-EFBC-440F-9D1E-67428BB474B9}" destId="{55B3086C-EE45-49AC-8509-A1D95A904B71}" srcOrd="0" destOrd="0" presId="urn:microsoft.com/office/officeart/2005/8/layout/vList3"/>
    <dgm:cxn modelId="{73E68165-1DF9-44C6-BD49-FCC464FF7921}" srcId="{03F88FE9-0284-4DE5-9B82-7FD9C4E80450}" destId="{01CC1AD5-2D8F-4D1D-9ADD-153A845D54FF}" srcOrd="0" destOrd="0" parTransId="{F817A7E7-836A-4E12-8EAE-CF88A7D224AB}" sibTransId="{2B0A6405-84DD-48CF-BD86-C0F544B79041}"/>
    <dgm:cxn modelId="{5FA71578-F841-4B7C-A0D8-C4B2A49FAA2F}" type="presOf" srcId="{1AD9F058-1331-4197-8650-30FBF5E3DB6D}" destId="{5E767D94-E7C3-4D65-A9F8-F846CB9A0C0B}" srcOrd="0" destOrd="0" presId="urn:microsoft.com/office/officeart/2005/8/layout/vList3"/>
    <dgm:cxn modelId="{51021281-BC4F-4218-91C3-B4B838B62035}" type="presOf" srcId="{857C9372-FE4E-4554-AD2B-9A4394EA9F14}" destId="{5CC39F27-1424-485E-8291-4FA87963B9B9}" srcOrd="0" destOrd="0" presId="urn:microsoft.com/office/officeart/2005/8/layout/vList3"/>
    <dgm:cxn modelId="{2617348D-6281-439C-A630-992E0CC8CDDE}" type="presOf" srcId="{F1E0AE3C-5E29-4629-A678-4846561F6487}" destId="{27F827A9-8AC5-4E75-BF14-97D9D5832B0A}" srcOrd="0" destOrd="0" presId="urn:microsoft.com/office/officeart/2005/8/layout/vList3"/>
    <dgm:cxn modelId="{7EA5A198-748A-481F-92A5-4A734972923E}" srcId="{03F88FE9-0284-4DE5-9B82-7FD9C4E80450}" destId="{1AD9F058-1331-4197-8650-30FBF5E3DB6D}" srcOrd="8" destOrd="0" parTransId="{8463ED58-0E94-45CA-8D0E-A6D838341349}" sibTransId="{F35CD563-CEC4-4257-90A9-47A4C09E4150}"/>
    <dgm:cxn modelId="{06E784A2-CA96-4923-A944-F7CFA8AA8D8F}" type="presOf" srcId="{6A327D00-28C3-45E2-9828-7C711FB42470}" destId="{C666B818-D9EF-4871-969C-8BBA629C5766}" srcOrd="0" destOrd="0" presId="urn:microsoft.com/office/officeart/2005/8/layout/vList3"/>
    <dgm:cxn modelId="{BFF91AAE-4C11-4CCB-8E64-2B852074D80F}" type="presOf" srcId="{03F88FE9-0284-4DE5-9B82-7FD9C4E80450}" destId="{3F222B62-1732-483F-B34C-B85B7E393F71}" srcOrd="0" destOrd="0" presId="urn:microsoft.com/office/officeart/2005/8/layout/vList3"/>
    <dgm:cxn modelId="{F179D5BF-0C3E-4E36-8F1B-B9B986B14F26}" srcId="{03F88FE9-0284-4DE5-9B82-7FD9C4E80450}" destId="{857C9372-FE4E-4554-AD2B-9A4394EA9F14}" srcOrd="3" destOrd="0" parTransId="{06859324-51F8-48C7-ABED-5B0BB76E9EFF}" sibTransId="{63022520-B595-4EA8-8824-B87101DE5D87}"/>
    <dgm:cxn modelId="{02910AC0-3147-4EE6-BF36-9C8EFF20B29A}" type="presOf" srcId="{4900B710-2156-4349-BD78-FA1F08E35F4C}" destId="{A361252B-AB03-4E10-B63F-0762C5DD71F1}" srcOrd="0" destOrd="0" presId="urn:microsoft.com/office/officeart/2005/8/layout/vList3"/>
    <dgm:cxn modelId="{8E20FAC8-4E4B-4D5B-AD5B-3A8FEB5CA713}" srcId="{03F88FE9-0284-4DE5-9B82-7FD9C4E80450}" destId="{E106F4DE-EFBC-440F-9D1E-67428BB474B9}" srcOrd="4" destOrd="0" parTransId="{32BA8243-B9F4-4F8B-9C1D-1C740B623426}" sibTransId="{B9D9631B-8333-4A3B-8B7A-D364DDD47C41}"/>
    <dgm:cxn modelId="{7505A4CE-D695-483C-BDEE-B2ED9FBBF5E8}" type="presOf" srcId="{01CC1AD5-2D8F-4D1D-9ADD-153A845D54FF}" destId="{50190839-FE4C-4059-916E-A228B54684F7}" srcOrd="0" destOrd="0" presId="urn:microsoft.com/office/officeart/2005/8/layout/vList3"/>
    <dgm:cxn modelId="{18C58DE2-6415-49D5-AD81-D28607FB32DC}" srcId="{03F88FE9-0284-4DE5-9B82-7FD9C4E80450}" destId="{08CB24F1-3156-4018-968C-165144E12140}" srcOrd="2" destOrd="0" parTransId="{C0316B5F-70F7-40DF-9F46-6C760A5D09F4}" sibTransId="{6F320879-BBAC-4592-BEBA-F6CD9307AB52}"/>
    <dgm:cxn modelId="{AE7074EE-2C0F-4938-BBDA-51B540341B1E}" type="presOf" srcId="{DAE18C3F-A375-4373-B067-AB3EFE9229D7}" destId="{CFED4199-7AA5-4888-9B8C-76CE76F5D1BB}" srcOrd="0" destOrd="0" presId="urn:microsoft.com/office/officeart/2005/8/layout/vList3"/>
    <dgm:cxn modelId="{C5A5A8F6-934D-4FE5-9CA9-3837CB57D84A}" type="presOf" srcId="{08CB24F1-3156-4018-968C-165144E12140}" destId="{5062F6FB-3A0A-44F4-85D6-54A57BC18ED7}" srcOrd="0" destOrd="0" presId="urn:microsoft.com/office/officeart/2005/8/layout/vList3"/>
    <dgm:cxn modelId="{0835BB62-25DF-4FB1-A1DC-9CA3F33FB2E0}" type="presParOf" srcId="{3F222B62-1732-483F-B34C-B85B7E393F71}" destId="{528AD578-947A-4C2F-8F06-216DD0100874}" srcOrd="0" destOrd="0" presId="urn:microsoft.com/office/officeart/2005/8/layout/vList3"/>
    <dgm:cxn modelId="{ECF88365-EACB-40CC-A240-55D5CC2B21E2}" type="presParOf" srcId="{528AD578-947A-4C2F-8F06-216DD0100874}" destId="{F83A8B80-1916-481C-B3AF-17883290FFAD}" srcOrd="0" destOrd="0" presId="urn:microsoft.com/office/officeart/2005/8/layout/vList3"/>
    <dgm:cxn modelId="{2B46BDC8-9397-4382-9E55-29C9DB2E86E0}" type="presParOf" srcId="{528AD578-947A-4C2F-8F06-216DD0100874}" destId="{50190839-FE4C-4059-916E-A228B54684F7}" srcOrd="1" destOrd="0" presId="urn:microsoft.com/office/officeart/2005/8/layout/vList3"/>
    <dgm:cxn modelId="{C5FD9982-D77B-4E48-992C-ADF0C798C983}" type="presParOf" srcId="{3F222B62-1732-483F-B34C-B85B7E393F71}" destId="{89E20B85-1D03-43A5-B4F6-DA25017E7624}" srcOrd="1" destOrd="0" presId="urn:microsoft.com/office/officeart/2005/8/layout/vList3"/>
    <dgm:cxn modelId="{E15434DB-E444-44AB-A059-4CCDE4FD4763}" type="presParOf" srcId="{3F222B62-1732-483F-B34C-B85B7E393F71}" destId="{F6E40928-0CA4-4BCA-8C34-811D6C75ACA4}" srcOrd="2" destOrd="0" presId="urn:microsoft.com/office/officeart/2005/8/layout/vList3"/>
    <dgm:cxn modelId="{B9571024-6769-49B5-860D-739FAD72F617}" type="presParOf" srcId="{F6E40928-0CA4-4BCA-8C34-811D6C75ACA4}" destId="{B649CC2D-BA26-4F4C-908E-1B15314675D4}" srcOrd="0" destOrd="0" presId="urn:microsoft.com/office/officeart/2005/8/layout/vList3"/>
    <dgm:cxn modelId="{607B1F7F-B96A-4FB8-B740-497173E3B4F8}" type="presParOf" srcId="{F6E40928-0CA4-4BCA-8C34-811D6C75ACA4}" destId="{27F827A9-8AC5-4E75-BF14-97D9D5832B0A}" srcOrd="1" destOrd="0" presId="urn:microsoft.com/office/officeart/2005/8/layout/vList3"/>
    <dgm:cxn modelId="{F892818F-7DF0-42F9-804A-959955E1D8FD}" type="presParOf" srcId="{3F222B62-1732-483F-B34C-B85B7E393F71}" destId="{8F7DAB18-CF60-485E-88DE-371BA4173A7B}" srcOrd="3" destOrd="0" presId="urn:microsoft.com/office/officeart/2005/8/layout/vList3"/>
    <dgm:cxn modelId="{E0F9F7DD-692D-4E5A-9E9F-3F9616CD1C12}" type="presParOf" srcId="{3F222B62-1732-483F-B34C-B85B7E393F71}" destId="{AA532957-145B-4219-BCE7-55C2A826FC74}" srcOrd="4" destOrd="0" presId="urn:microsoft.com/office/officeart/2005/8/layout/vList3"/>
    <dgm:cxn modelId="{E785B430-BF06-49B0-80B8-6AB305C283E9}" type="presParOf" srcId="{AA532957-145B-4219-BCE7-55C2A826FC74}" destId="{113F4BF4-FE53-4F8B-B6D9-D0B1E9AC511A}" srcOrd="0" destOrd="0" presId="urn:microsoft.com/office/officeart/2005/8/layout/vList3"/>
    <dgm:cxn modelId="{6C353165-DE0A-4CF7-8E94-2AB334881BDA}" type="presParOf" srcId="{AA532957-145B-4219-BCE7-55C2A826FC74}" destId="{5062F6FB-3A0A-44F4-85D6-54A57BC18ED7}" srcOrd="1" destOrd="0" presId="urn:microsoft.com/office/officeart/2005/8/layout/vList3"/>
    <dgm:cxn modelId="{35C5B4B3-8A15-4D5D-998E-F07493E45E0F}" type="presParOf" srcId="{3F222B62-1732-483F-B34C-B85B7E393F71}" destId="{0E01BAE6-9B61-45CB-A3ED-A958D4BF16B4}" srcOrd="5" destOrd="0" presId="urn:microsoft.com/office/officeart/2005/8/layout/vList3"/>
    <dgm:cxn modelId="{083C5C23-F830-4DA3-92B2-6DD3262E69D1}" type="presParOf" srcId="{3F222B62-1732-483F-B34C-B85B7E393F71}" destId="{B4B7576B-70AD-4E98-9CB7-A83808076B7A}" srcOrd="6" destOrd="0" presId="urn:microsoft.com/office/officeart/2005/8/layout/vList3"/>
    <dgm:cxn modelId="{FEC75209-054B-4552-A0F5-1F9F7A9C67A8}" type="presParOf" srcId="{B4B7576B-70AD-4E98-9CB7-A83808076B7A}" destId="{1BDE245D-2B24-454B-BA32-70D540E6A92A}" srcOrd="0" destOrd="0" presId="urn:microsoft.com/office/officeart/2005/8/layout/vList3"/>
    <dgm:cxn modelId="{EABDABB9-50BD-4874-BD10-BCD82AF211F1}" type="presParOf" srcId="{B4B7576B-70AD-4E98-9CB7-A83808076B7A}" destId="{5CC39F27-1424-485E-8291-4FA87963B9B9}" srcOrd="1" destOrd="0" presId="urn:microsoft.com/office/officeart/2005/8/layout/vList3"/>
    <dgm:cxn modelId="{4EFEB61B-1096-465B-969A-6C5C85AAC95E}" type="presParOf" srcId="{3F222B62-1732-483F-B34C-B85B7E393F71}" destId="{66EAF4A2-B2DB-4D32-B8AE-415C710DE7CA}" srcOrd="7" destOrd="0" presId="urn:microsoft.com/office/officeart/2005/8/layout/vList3"/>
    <dgm:cxn modelId="{B76220D8-1891-4646-AC9E-236ADE7CA55B}" type="presParOf" srcId="{3F222B62-1732-483F-B34C-B85B7E393F71}" destId="{E42C8BD9-F45A-42E4-A76F-45E8984B2EDD}" srcOrd="8" destOrd="0" presId="urn:microsoft.com/office/officeart/2005/8/layout/vList3"/>
    <dgm:cxn modelId="{40261A5F-C184-4DA2-8063-11C4A89A2970}" type="presParOf" srcId="{E42C8BD9-F45A-42E4-A76F-45E8984B2EDD}" destId="{6138B84B-756B-488C-9E4E-AD23760CF2B4}" srcOrd="0" destOrd="0" presId="urn:microsoft.com/office/officeart/2005/8/layout/vList3"/>
    <dgm:cxn modelId="{67E917BA-4E1F-4B5F-8C0A-F2C10BD1F79F}" type="presParOf" srcId="{E42C8BD9-F45A-42E4-A76F-45E8984B2EDD}" destId="{55B3086C-EE45-49AC-8509-A1D95A904B71}" srcOrd="1" destOrd="0" presId="urn:microsoft.com/office/officeart/2005/8/layout/vList3"/>
    <dgm:cxn modelId="{D6F87A54-F2D3-4DEF-B428-95BDBAE8638F}" type="presParOf" srcId="{3F222B62-1732-483F-B34C-B85B7E393F71}" destId="{F6040792-DD86-4754-9FB9-96ECF9AF67A9}" srcOrd="9" destOrd="0" presId="urn:microsoft.com/office/officeart/2005/8/layout/vList3"/>
    <dgm:cxn modelId="{29987DE8-ED4B-4717-8D04-9FDBE58507BB}" type="presParOf" srcId="{3F222B62-1732-483F-B34C-B85B7E393F71}" destId="{9D2903D1-A806-4B4F-912A-8706CF6F2AEE}" srcOrd="10" destOrd="0" presId="urn:microsoft.com/office/officeart/2005/8/layout/vList3"/>
    <dgm:cxn modelId="{68A8CA1B-BA8D-4609-B3E6-71FE6DFCABFE}" type="presParOf" srcId="{9D2903D1-A806-4B4F-912A-8706CF6F2AEE}" destId="{78E9DEC2-0CE8-46A4-BCD3-0D75F122029D}" srcOrd="0" destOrd="0" presId="urn:microsoft.com/office/officeart/2005/8/layout/vList3"/>
    <dgm:cxn modelId="{D6D7E501-B83B-493F-B90D-D69C2A9D5A03}" type="presParOf" srcId="{9D2903D1-A806-4B4F-912A-8706CF6F2AEE}" destId="{C666B818-D9EF-4871-969C-8BBA629C5766}" srcOrd="1" destOrd="0" presId="urn:microsoft.com/office/officeart/2005/8/layout/vList3"/>
    <dgm:cxn modelId="{57C1EAE9-96AB-41F3-9026-69CCDD9A3B9C}" type="presParOf" srcId="{3F222B62-1732-483F-B34C-B85B7E393F71}" destId="{3237CA0D-D56D-4580-98AB-5C0A85CE437D}" srcOrd="11" destOrd="0" presId="urn:microsoft.com/office/officeart/2005/8/layout/vList3"/>
    <dgm:cxn modelId="{B03097F8-53F0-412B-B8B7-859745C4D384}" type="presParOf" srcId="{3F222B62-1732-483F-B34C-B85B7E393F71}" destId="{4AD124ED-37C2-4783-9FE8-72D9440078EE}" srcOrd="12" destOrd="0" presId="urn:microsoft.com/office/officeart/2005/8/layout/vList3"/>
    <dgm:cxn modelId="{02F74611-0250-404E-9C72-D70134C658BA}" type="presParOf" srcId="{4AD124ED-37C2-4783-9FE8-72D9440078EE}" destId="{15C75724-506B-4FCB-AB38-C757F27F8592}" srcOrd="0" destOrd="0" presId="urn:microsoft.com/office/officeart/2005/8/layout/vList3"/>
    <dgm:cxn modelId="{9531044C-4A70-459A-A484-26B1C984E981}" type="presParOf" srcId="{4AD124ED-37C2-4783-9FE8-72D9440078EE}" destId="{CFED4199-7AA5-4888-9B8C-76CE76F5D1BB}" srcOrd="1" destOrd="0" presId="urn:microsoft.com/office/officeart/2005/8/layout/vList3"/>
    <dgm:cxn modelId="{9E329EC4-40A2-4323-AABF-6E11BBD527CB}" type="presParOf" srcId="{3F222B62-1732-483F-B34C-B85B7E393F71}" destId="{B05DC377-3805-48DA-AFC3-ECE788ED1DF8}" srcOrd="13" destOrd="0" presId="urn:microsoft.com/office/officeart/2005/8/layout/vList3"/>
    <dgm:cxn modelId="{3D69B990-0459-4FD2-8BEE-0D9DDDCD05CB}" type="presParOf" srcId="{3F222B62-1732-483F-B34C-B85B7E393F71}" destId="{95C98BEF-FAAF-4DFF-8B4D-EEE634D16B08}" srcOrd="14" destOrd="0" presId="urn:microsoft.com/office/officeart/2005/8/layout/vList3"/>
    <dgm:cxn modelId="{0F0B291E-8610-44D9-939C-10501199B598}" type="presParOf" srcId="{95C98BEF-FAAF-4DFF-8B4D-EEE634D16B08}" destId="{245F6147-3AAF-44DE-88E8-73F4E8CF6042}" srcOrd="0" destOrd="0" presId="urn:microsoft.com/office/officeart/2005/8/layout/vList3"/>
    <dgm:cxn modelId="{143157A7-4450-4B2E-90F0-D48AD79B86D4}" type="presParOf" srcId="{95C98BEF-FAAF-4DFF-8B4D-EEE634D16B08}" destId="{A361252B-AB03-4E10-B63F-0762C5DD71F1}" srcOrd="1" destOrd="0" presId="urn:microsoft.com/office/officeart/2005/8/layout/vList3"/>
    <dgm:cxn modelId="{EA35F9AC-67CC-4E10-9E56-B039CB585697}" type="presParOf" srcId="{3F222B62-1732-483F-B34C-B85B7E393F71}" destId="{4DAEE244-F25A-435E-8813-DCF981914469}" srcOrd="15" destOrd="0" presId="urn:microsoft.com/office/officeart/2005/8/layout/vList3"/>
    <dgm:cxn modelId="{010E2565-45CF-4CC9-AA04-BD8599D1E0F4}" type="presParOf" srcId="{3F222B62-1732-483F-B34C-B85B7E393F71}" destId="{3EA662F0-5BFE-485A-9FE0-43791A3D98E6}" srcOrd="16" destOrd="0" presId="urn:microsoft.com/office/officeart/2005/8/layout/vList3"/>
    <dgm:cxn modelId="{929ACB92-2AEA-431D-88D6-BE8487598E02}" type="presParOf" srcId="{3EA662F0-5BFE-485A-9FE0-43791A3D98E6}" destId="{24E0C30A-66ED-4B53-91C7-30A636462EC6}" srcOrd="0" destOrd="0" presId="urn:microsoft.com/office/officeart/2005/8/layout/vList3"/>
    <dgm:cxn modelId="{2F9C697B-3797-46B2-9DD3-8F9F0C2093EF}" type="presParOf" srcId="{3EA662F0-5BFE-485A-9FE0-43791A3D98E6}" destId="{5E767D94-E7C3-4D65-A9F8-F846CB9A0C0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EDE549-DA5E-47DA-9C92-B21F0D054E3C}">
      <dsp:nvSpPr>
        <dsp:cNvPr id="0" name=""/>
        <dsp:cNvSpPr/>
      </dsp:nvSpPr>
      <dsp:spPr>
        <a:xfrm>
          <a:off x="0" y="299175"/>
          <a:ext cx="5780625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44CEA25-6FA8-4E38-98A1-ECD179BC8078}">
      <dsp:nvSpPr>
        <dsp:cNvPr id="0" name=""/>
        <dsp:cNvSpPr/>
      </dsp:nvSpPr>
      <dsp:spPr>
        <a:xfrm>
          <a:off x="289031" y="33494"/>
          <a:ext cx="4046438" cy="5313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946" tIns="0" rIns="15294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Espace entrepreneur </a:t>
          </a:r>
        </a:p>
      </dsp:txBody>
      <dsp:txXfrm>
        <a:off x="314970" y="59433"/>
        <a:ext cx="3994560" cy="479482"/>
      </dsp:txXfrm>
    </dsp:sp>
    <dsp:sp modelId="{C5C9F48C-9936-4B09-BADA-391331A219C2}">
      <dsp:nvSpPr>
        <dsp:cNvPr id="0" name=""/>
        <dsp:cNvSpPr/>
      </dsp:nvSpPr>
      <dsp:spPr>
        <a:xfrm>
          <a:off x="0" y="1115655"/>
          <a:ext cx="5780625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3B26235-2F1B-4ACE-9C89-A8ED6A82C1E5}">
      <dsp:nvSpPr>
        <dsp:cNvPr id="0" name=""/>
        <dsp:cNvSpPr/>
      </dsp:nvSpPr>
      <dsp:spPr>
        <a:xfrm>
          <a:off x="289031" y="849975"/>
          <a:ext cx="4046438" cy="5313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946" tIns="0" rIns="15294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Espace Coach</a:t>
          </a:r>
        </a:p>
      </dsp:txBody>
      <dsp:txXfrm>
        <a:off x="314970" y="875914"/>
        <a:ext cx="3994560" cy="479482"/>
      </dsp:txXfrm>
    </dsp:sp>
    <dsp:sp modelId="{0A4E9176-42C5-4B0F-8E07-F900F168AB8A}">
      <dsp:nvSpPr>
        <dsp:cNvPr id="0" name=""/>
        <dsp:cNvSpPr/>
      </dsp:nvSpPr>
      <dsp:spPr>
        <a:xfrm>
          <a:off x="0" y="1965629"/>
          <a:ext cx="5780625" cy="453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701B364-A564-435E-9AEF-A95CA10FD21F}">
      <dsp:nvSpPr>
        <dsp:cNvPr id="0" name=""/>
        <dsp:cNvSpPr/>
      </dsp:nvSpPr>
      <dsp:spPr>
        <a:xfrm>
          <a:off x="289031" y="1666455"/>
          <a:ext cx="4046438" cy="5313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52946" tIns="0" rIns="152946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kern="1200" dirty="0"/>
            <a:t>Espace investisseur</a:t>
          </a:r>
        </a:p>
      </dsp:txBody>
      <dsp:txXfrm>
        <a:off x="314970" y="1692394"/>
        <a:ext cx="3994560" cy="4794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190839-FE4C-4059-916E-A228B54684F7}">
      <dsp:nvSpPr>
        <dsp:cNvPr id="0" name=""/>
        <dsp:cNvSpPr/>
      </dsp:nvSpPr>
      <dsp:spPr>
        <a:xfrm rot="10800000">
          <a:off x="1979335" y="2918"/>
          <a:ext cx="4739695" cy="475307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959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solidFill>
                <a:schemeClr val="bg1"/>
              </a:solidFill>
            </a:rPr>
            <a:t>Gestion des utilisateurs</a:t>
          </a:r>
        </a:p>
      </dsp:txBody>
      <dsp:txXfrm rot="10800000">
        <a:off x="2098162" y="2918"/>
        <a:ext cx="4620868" cy="475307"/>
      </dsp:txXfrm>
    </dsp:sp>
    <dsp:sp modelId="{F83A8B80-1916-481C-B3AF-17883290FFAD}">
      <dsp:nvSpPr>
        <dsp:cNvPr id="0" name=""/>
        <dsp:cNvSpPr/>
      </dsp:nvSpPr>
      <dsp:spPr>
        <a:xfrm>
          <a:off x="1408969" y="2918"/>
          <a:ext cx="475307" cy="475307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27F827A9-8AC5-4E75-BF14-97D9D5832B0A}">
      <dsp:nvSpPr>
        <dsp:cNvPr id="0" name=""/>
        <dsp:cNvSpPr/>
      </dsp:nvSpPr>
      <dsp:spPr>
        <a:xfrm rot="10800000">
          <a:off x="1910784" y="620109"/>
          <a:ext cx="4831096" cy="475307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959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solidFill>
                <a:schemeClr val="bg1"/>
              </a:solidFill>
            </a:rPr>
            <a:t>Gestion des projets</a:t>
          </a:r>
        </a:p>
      </dsp:txBody>
      <dsp:txXfrm rot="10800000">
        <a:off x="2029611" y="620109"/>
        <a:ext cx="4712269" cy="475307"/>
      </dsp:txXfrm>
    </dsp:sp>
    <dsp:sp modelId="{B649CC2D-BA26-4F4C-908E-1B15314675D4}">
      <dsp:nvSpPr>
        <dsp:cNvPr id="0" name=""/>
        <dsp:cNvSpPr/>
      </dsp:nvSpPr>
      <dsp:spPr>
        <a:xfrm>
          <a:off x="1386119" y="620109"/>
          <a:ext cx="475307" cy="475307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5062F6FB-3A0A-44F4-85D6-54A57BC18ED7}">
      <dsp:nvSpPr>
        <dsp:cNvPr id="0" name=""/>
        <dsp:cNvSpPr/>
      </dsp:nvSpPr>
      <dsp:spPr>
        <a:xfrm rot="10800000">
          <a:off x="1859908" y="1237299"/>
          <a:ext cx="4898930" cy="475307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959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solidFill>
                <a:schemeClr val="bg1"/>
              </a:solidFill>
            </a:rPr>
            <a:t>Gestion des rendez-vous</a:t>
          </a:r>
        </a:p>
      </dsp:txBody>
      <dsp:txXfrm rot="10800000">
        <a:off x="1978735" y="1237299"/>
        <a:ext cx="4780103" cy="475307"/>
      </dsp:txXfrm>
    </dsp:sp>
    <dsp:sp modelId="{113F4BF4-FE53-4F8B-B6D9-D0B1E9AC511A}">
      <dsp:nvSpPr>
        <dsp:cNvPr id="0" name=""/>
        <dsp:cNvSpPr/>
      </dsp:nvSpPr>
      <dsp:spPr>
        <a:xfrm>
          <a:off x="1369160" y="1237299"/>
          <a:ext cx="475307" cy="475307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5CC39F27-1424-485E-8291-4FA87963B9B9}">
      <dsp:nvSpPr>
        <dsp:cNvPr id="0" name=""/>
        <dsp:cNvSpPr/>
      </dsp:nvSpPr>
      <dsp:spPr>
        <a:xfrm rot="10800000">
          <a:off x="1891731" y="1854489"/>
          <a:ext cx="4856500" cy="475307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959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solidFill>
                <a:schemeClr val="bg1"/>
              </a:solidFill>
            </a:rPr>
            <a:t>Gestion de l</a:t>
          </a:r>
          <a:r>
            <a:rPr lang="fr-TN" sz="1600" b="1" kern="1200" dirty="0">
              <a:solidFill>
                <a:schemeClr val="bg1"/>
              </a:solidFill>
            </a:rPr>
            <a:t>'a</a:t>
          </a:r>
          <a:r>
            <a:rPr lang="fr-FR" sz="1600" b="1" kern="1200" dirty="0" err="1">
              <a:solidFill>
                <a:schemeClr val="bg1"/>
              </a:solidFill>
            </a:rPr>
            <a:t>ccompagnement</a:t>
          </a:r>
          <a:endParaRPr lang="fr-FR" sz="1600" b="1" kern="1200" dirty="0">
            <a:solidFill>
              <a:schemeClr val="bg1"/>
            </a:solidFill>
          </a:endParaRPr>
        </a:p>
      </dsp:txBody>
      <dsp:txXfrm rot="10800000">
        <a:off x="2010558" y="1854489"/>
        <a:ext cx="4737673" cy="475307"/>
      </dsp:txXfrm>
    </dsp:sp>
    <dsp:sp modelId="{1BDE245D-2B24-454B-BA32-70D540E6A92A}">
      <dsp:nvSpPr>
        <dsp:cNvPr id="0" name=""/>
        <dsp:cNvSpPr/>
      </dsp:nvSpPr>
      <dsp:spPr>
        <a:xfrm>
          <a:off x="1379768" y="1854489"/>
          <a:ext cx="475307" cy="475307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55B3086C-EE45-49AC-8509-A1D95A904B71}">
      <dsp:nvSpPr>
        <dsp:cNvPr id="0" name=""/>
        <dsp:cNvSpPr/>
      </dsp:nvSpPr>
      <dsp:spPr>
        <a:xfrm rot="10800000">
          <a:off x="1903163" y="2471679"/>
          <a:ext cx="4841257" cy="475307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959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solidFill>
                <a:schemeClr val="bg1"/>
              </a:solidFill>
            </a:rPr>
            <a:t>Gestion des documents</a:t>
          </a:r>
        </a:p>
      </dsp:txBody>
      <dsp:txXfrm rot="10800000">
        <a:off x="2021990" y="2471679"/>
        <a:ext cx="4722430" cy="475307"/>
      </dsp:txXfrm>
    </dsp:sp>
    <dsp:sp modelId="{6138B84B-756B-488C-9E4E-AD23760CF2B4}">
      <dsp:nvSpPr>
        <dsp:cNvPr id="0" name=""/>
        <dsp:cNvSpPr/>
      </dsp:nvSpPr>
      <dsp:spPr>
        <a:xfrm>
          <a:off x="1383578" y="2471679"/>
          <a:ext cx="475307" cy="475307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666B818-D9EF-4871-969C-8BBA629C5766}">
      <dsp:nvSpPr>
        <dsp:cNvPr id="0" name=""/>
        <dsp:cNvSpPr/>
      </dsp:nvSpPr>
      <dsp:spPr>
        <a:xfrm rot="10800000">
          <a:off x="1863070" y="3088870"/>
          <a:ext cx="4894714" cy="475307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959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solidFill>
                <a:schemeClr val="bg1"/>
              </a:solidFill>
            </a:rPr>
            <a:t>Gestion de la communication</a:t>
          </a:r>
        </a:p>
      </dsp:txBody>
      <dsp:txXfrm rot="10800000">
        <a:off x="1981897" y="3088870"/>
        <a:ext cx="4775887" cy="475307"/>
      </dsp:txXfrm>
    </dsp:sp>
    <dsp:sp modelId="{78E9DEC2-0CE8-46A4-BCD3-0D75F122029D}">
      <dsp:nvSpPr>
        <dsp:cNvPr id="0" name=""/>
        <dsp:cNvSpPr/>
      </dsp:nvSpPr>
      <dsp:spPr>
        <a:xfrm>
          <a:off x="1370214" y="3088870"/>
          <a:ext cx="475307" cy="475307"/>
        </a:xfrm>
        <a:prstGeom prst="ellipse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CFED4199-7AA5-4888-9B8C-76CE76F5D1BB}">
      <dsp:nvSpPr>
        <dsp:cNvPr id="0" name=""/>
        <dsp:cNvSpPr/>
      </dsp:nvSpPr>
      <dsp:spPr>
        <a:xfrm rot="10800000">
          <a:off x="1923148" y="3706060"/>
          <a:ext cx="4814610" cy="475307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959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solidFill>
                <a:schemeClr val="bg1"/>
              </a:solidFill>
            </a:rPr>
            <a:t>Gestion des réclamations</a:t>
          </a:r>
        </a:p>
      </dsp:txBody>
      <dsp:txXfrm rot="10800000">
        <a:off x="2041975" y="3706060"/>
        <a:ext cx="4695783" cy="475307"/>
      </dsp:txXfrm>
    </dsp:sp>
    <dsp:sp modelId="{15C75724-506B-4FCB-AB38-C757F27F8592}">
      <dsp:nvSpPr>
        <dsp:cNvPr id="0" name=""/>
        <dsp:cNvSpPr/>
      </dsp:nvSpPr>
      <dsp:spPr>
        <a:xfrm>
          <a:off x="1390240" y="3706060"/>
          <a:ext cx="475307" cy="475307"/>
        </a:xfrm>
        <a:prstGeom prst="ellipse">
          <a:avLst/>
        </a:prstGeom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A361252B-AB03-4E10-B63F-0762C5DD71F1}">
      <dsp:nvSpPr>
        <dsp:cNvPr id="0" name=""/>
        <dsp:cNvSpPr/>
      </dsp:nvSpPr>
      <dsp:spPr>
        <a:xfrm rot="10800000">
          <a:off x="1882205" y="4323250"/>
          <a:ext cx="4869202" cy="475307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959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solidFill>
                <a:schemeClr val="bg1"/>
              </a:solidFill>
            </a:rPr>
            <a:t>Gestion des </a:t>
          </a:r>
          <a:r>
            <a:rPr lang="fr-FR" sz="1600" b="1" kern="1200" dirty="0" err="1">
              <a:solidFill>
                <a:schemeClr val="bg1"/>
              </a:solidFill>
            </a:rPr>
            <a:t>Investissemets</a:t>
          </a:r>
          <a:endParaRPr lang="fr-FR" sz="1600" b="1" kern="1200" dirty="0">
            <a:solidFill>
              <a:schemeClr val="bg1"/>
            </a:solidFill>
          </a:endParaRPr>
        </a:p>
      </dsp:txBody>
      <dsp:txXfrm rot="10800000">
        <a:off x="2001032" y="4323250"/>
        <a:ext cx="4750375" cy="475307"/>
      </dsp:txXfrm>
    </dsp:sp>
    <dsp:sp modelId="{245F6147-3AAF-44DE-88E8-73F4E8CF6042}">
      <dsp:nvSpPr>
        <dsp:cNvPr id="0" name=""/>
        <dsp:cNvSpPr/>
      </dsp:nvSpPr>
      <dsp:spPr>
        <a:xfrm>
          <a:off x="1376592" y="4323250"/>
          <a:ext cx="475307" cy="475307"/>
        </a:xfrm>
        <a:prstGeom prst="ellipse">
          <a:avLst/>
        </a:prstGeom>
        <a:blipFill>
          <a:blip xmlns:r="http://schemas.openxmlformats.org/officeDocument/2006/relationships"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  <dsp:sp modelId="{5E767D94-E7C3-4D65-A9F8-F846CB9A0C0B}">
      <dsp:nvSpPr>
        <dsp:cNvPr id="0" name=""/>
        <dsp:cNvSpPr/>
      </dsp:nvSpPr>
      <dsp:spPr>
        <a:xfrm rot="10800000">
          <a:off x="1853625" y="4940440"/>
          <a:ext cx="4907308" cy="475307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09597" tIns="60960" rIns="113792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b="1" kern="1200" dirty="0">
              <a:solidFill>
                <a:schemeClr val="bg1"/>
              </a:solidFill>
            </a:rPr>
            <a:t>Gestion des notifications</a:t>
          </a:r>
        </a:p>
      </dsp:txBody>
      <dsp:txXfrm rot="10800000">
        <a:off x="1972452" y="4940440"/>
        <a:ext cx="4788481" cy="475307"/>
      </dsp:txXfrm>
    </dsp:sp>
    <dsp:sp modelId="{24E0C30A-66ED-4B53-91C7-30A636462EC6}">
      <dsp:nvSpPr>
        <dsp:cNvPr id="0" name=""/>
        <dsp:cNvSpPr/>
      </dsp:nvSpPr>
      <dsp:spPr>
        <a:xfrm>
          <a:off x="1367066" y="4940440"/>
          <a:ext cx="475307" cy="475307"/>
        </a:xfrm>
        <a:prstGeom prst="ellipse">
          <a:avLst/>
        </a:prstGeom>
        <a:blipFill>
          <a:blip xmlns:r="http://schemas.openxmlformats.org/officeDocument/2006/relationships"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a:blip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 M" panose="00020600040101010101" pitchFamily="18" charset="-122"/>
                <a:ea typeface="阿里巴巴普惠体 M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 M" panose="00020600040101010101" pitchFamily="18" charset="-122"/>
                <a:ea typeface="阿里巴巴普惠体 M" panose="00020600040101010101" pitchFamily="18" charset="-122"/>
              </a:defRPr>
            </a:lvl1pPr>
          </a:lstStyle>
          <a:p>
            <a:fld id="{18387E6D-879A-4C3F-B90B-CB5B7D8C9D92}" type="datetimeFigureOut">
              <a:rPr lang="zh-CN" altLang="en-US" smtClean="0"/>
              <a:t>2025/6/15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 M" panose="00020600040101010101" pitchFamily="18" charset="-122"/>
                <a:ea typeface="阿里巴巴普惠体 M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 M" panose="00020600040101010101" pitchFamily="18" charset="-122"/>
                <a:ea typeface="阿里巴巴普惠体 M" panose="00020600040101010101" pitchFamily="18" charset="-122"/>
              </a:defRPr>
            </a:lvl1pPr>
          </a:lstStyle>
          <a:p>
            <a:fld id="{4DD70E93-9BC9-4DA2-8CAC-F4FC08D1C8CE}" type="slidenum">
              <a:rPr lang="zh-CN" altLang="en-US" smtClean="0"/>
              <a:t>‹N°›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27502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 M" panose="00020600040101010101" pitchFamily="18" charset="-122"/>
        <a:ea typeface="阿里巴巴普惠体 M" panose="00020600040101010101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 M" panose="00020600040101010101" pitchFamily="18" charset="-122"/>
        <a:ea typeface="阿里巴巴普惠体 M" panose="00020600040101010101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 M" panose="00020600040101010101" pitchFamily="18" charset="-122"/>
        <a:ea typeface="阿里巴巴普惠体 M" panose="00020600040101010101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 M" panose="00020600040101010101" pitchFamily="18" charset="-122"/>
        <a:ea typeface="阿里巴巴普惠体 M" panose="00020600040101010101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 M" panose="00020600040101010101" pitchFamily="18" charset="-122"/>
        <a:ea typeface="阿里巴巴普惠体 M" panose="00020600040101010101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528a877fe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528a877fe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/>
            <a:r>
              <a:rPr lang="fr-FR" dirty="0"/>
              <a:t>Bonjour mesdames,</a:t>
            </a:r>
          </a:p>
          <a:p>
            <a:pPr rtl="0"/>
            <a:r>
              <a:rPr lang="fr-FR" dirty="0"/>
              <a:t>Aujourd’hui nous vous </a:t>
            </a:r>
            <a:r>
              <a:rPr lang="fr-FR" dirty="0" err="1"/>
              <a:t>presentons</a:t>
            </a:r>
            <a:r>
              <a:rPr lang="fr-FR" dirty="0"/>
              <a:t> notre projet fin d’</a:t>
            </a:r>
            <a:r>
              <a:rPr lang="fr-FR" dirty="0" err="1"/>
              <a:t>etude</a:t>
            </a:r>
            <a:r>
              <a:rPr lang="fr-FR" dirty="0"/>
              <a:t> qui </a:t>
            </a:r>
            <a:r>
              <a:rPr lang="fr-FR" dirty="0" err="1"/>
              <a:t>intutilé</a:t>
            </a:r>
            <a:r>
              <a:rPr lang="fr-FR" dirty="0"/>
              <a:t> par « </a:t>
            </a:r>
            <a:r>
              <a:rPr lang="fr-FR" dirty="0" err="1"/>
              <a:t>redboost</a:t>
            </a:r>
            <a:r>
              <a:rPr lang="fr-FR" dirty="0"/>
              <a:t> » </a:t>
            </a:r>
          </a:p>
          <a:p>
            <a:pPr rtl="0"/>
            <a:r>
              <a:rPr lang="fr-FR" dirty="0"/>
              <a:t>Avant de commencer notre présentation, nous tenons tout d’abord à exprimer notre sincère gratitude à toutes les personnes qui ont contribué à la réalisation de ce projet.</a:t>
            </a:r>
          </a:p>
          <a:p>
            <a:pPr rtl="0"/>
            <a:r>
              <a:rPr lang="fr-FR" dirty="0"/>
              <a:t> Nous remercions chaleureusement les membres du jury pour leur présence et l’intérêt qu’ils portent à notre travail.</a:t>
            </a:r>
          </a:p>
          <a:p>
            <a:pPr rtl="0"/>
            <a:endParaRPr lang="fr-FR" dirty="0"/>
          </a:p>
          <a:p>
            <a:pPr rtl="0"/>
            <a:r>
              <a:rPr lang="fr-FR" dirty="0"/>
              <a:t>Un grand merci à nos encadrantes académiques, Mme Ben Rhouma Lobna et Mme </a:t>
            </a:r>
            <a:r>
              <a:rPr lang="fr-FR" dirty="0" err="1"/>
              <a:t>Hechkel</a:t>
            </a:r>
            <a:r>
              <a:rPr lang="fr-FR" dirty="0"/>
              <a:t> Amina, pour leurs conseils et leur accompagnement tout au long de ce projet.</a:t>
            </a:r>
          </a:p>
          <a:p>
            <a:pPr rtl="0"/>
            <a:r>
              <a:rPr lang="fr-FR" dirty="0"/>
              <a:t>Ce travail est le fruit d’une véritable collaboration avec mon binôme, avec qui j ai eu le plaisir de travailler tout au long de ce projet.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--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Pour bien organiser cette présentation, voici le </a:t>
            </a:r>
            <a:r>
              <a:rPr lang="fr-FR" b="1" dirty="0"/>
              <a:t>plan</a:t>
            </a:r>
            <a:r>
              <a:rPr lang="fr-FR" dirty="0"/>
              <a:t> que nous allons suivre.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522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ICON ECO SYSTEM ENTREPRENARIAL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ICON STATISTIQUE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------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 i="0" dirty="0">
                <a:solidFill>
                  <a:srgbClr val="F8FAFF"/>
                </a:solidFill>
                <a:effectLst/>
                <a:latin typeface="DeepSeek-CJK-patch"/>
              </a:rPr>
              <a:t>En Tunisie, 50% des startups échouent avant leur 3ème année, souvent par manque d’accompagnement et de financement."</a:t>
            </a:r>
            <a:r>
              <a:rPr lang="fr-FR" b="0" i="1" dirty="0">
                <a:solidFill>
                  <a:srgbClr val="F8FAFF"/>
                </a:solidFill>
                <a:effectLst/>
                <a:latin typeface="DeepSeek-CJK-patch"/>
              </a:rPr>
              <a:t>(Source inspirée des rapports de la Banque Mondiale sur les PME en Afrique du Nord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b="0" i="1" dirty="0">
              <a:solidFill>
                <a:srgbClr val="F8FAFF"/>
              </a:solidFill>
              <a:effectLst/>
              <a:latin typeface="DeepSeek-CJK-patch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b="0" i="0" dirty="0">
              <a:solidFill>
                <a:srgbClr val="080809"/>
              </a:solidFill>
              <a:effectLst/>
              <a:latin typeface="Segoe UI Historic" panose="020B0502040204020203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0" i="0" dirty="0">
                <a:solidFill>
                  <a:srgbClr val="080809"/>
                </a:solidFill>
                <a:effectLst/>
                <a:latin typeface="Segoe UI Historic" panose="020B0502040204020203" pitchFamily="34" charset="0"/>
              </a:rPr>
              <a:t>RedStart </a:t>
            </a:r>
            <a:r>
              <a:rPr lang="fr-FR" b="0" i="0" dirty="0" err="1">
                <a:solidFill>
                  <a:srgbClr val="080809"/>
                </a:solidFill>
                <a:effectLst/>
                <a:latin typeface="Segoe UI Historic" panose="020B0502040204020203" pitchFamily="34" charset="0"/>
              </a:rPr>
              <a:t>tunisie</a:t>
            </a:r>
            <a:endParaRPr lang="fr-FR" b="0" i="0" dirty="0">
              <a:solidFill>
                <a:srgbClr val="080809"/>
              </a:solidFill>
              <a:effectLst/>
              <a:latin typeface="Segoe UI Historic" panose="020B0502040204020203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0" i="0" dirty="0">
                <a:solidFill>
                  <a:srgbClr val="080809"/>
                </a:solidFill>
                <a:effectLst/>
                <a:latin typeface="Segoe UI Historic" panose="020B0502040204020203" pitchFamily="34" charset="0"/>
              </a:rPr>
              <a:t>Un incubateur aide à lancer une idée de projet, et un accélérateur aide une jeune entreprise à grandir plus vite grâce à un accompagnement intensif et des contacts utiles.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b="0" i="0" dirty="0">
              <a:solidFill>
                <a:srgbClr val="080809"/>
              </a:solidFill>
              <a:effectLst/>
              <a:latin typeface="Segoe UI Historic" panose="020B0502040204020203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b="0" i="0" dirty="0">
              <a:solidFill>
                <a:srgbClr val="080809"/>
              </a:solidFill>
              <a:effectLst/>
              <a:latin typeface="Segoe UI Historic" panose="020B0502040204020203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b="0" i="0" dirty="0">
              <a:solidFill>
                <a:srgbClr val="080809"/>
              </a:solidFill>
              <a:effectLst/>
              <a:latin typeface="Segoe UI Historic" panose="020B0502040204020203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b="0" i="0" dirty="0">
              <a:solidFill>
                <a:srgbClr val="080809"/>
              </a:solidFill>
              <a:effectLst/>
              <a:latin typeface="Segoe UI Historic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effectLst/>
              </a:rPr>
              <a:t>En Tunisie, où 50 % des startups échouent avant leur troisième année en raison d’un manque d’accompagnement et de financement (inspiré des rapports de la Banque Mondiale sur les PME en Afrique du Nord),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effectLst/>
              </a:rPr>
              <a:t>des structures comme RedStart Tunisie jouent un rôle clé en soutenant les entrepreneurs, en agissant à la fois comme incubateur pour lancer des idées de projets et comme accélérateur pour aider les jeunes entreprises à croître rapidement grâce à un accompagnement intensif et des réseaux de contacts stratégiques.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4135CD-E861-41A7-81F0-F3B524A2884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7655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>
          <a:extLst>
            <a:ext uri="{FF2B5EF4-FFF2-40B4-BE49-F238E27FC236}">
              <a16:creationId xmlns:a16="http://schemas.microsoft.com/office/drawing/2014/main" id="{DCB3BF04-EB3C-38CA-2FFA-6674755BC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54dda1946d_6_322:notes">
            <a:extLst>
              <a:ext uri="{FF2B5EF4-FFF2-40B4-BE49-F238E27FC236}">
                <a16:creationId xmlns:a16="http://schemas.microsoft.com/office/drawing/2014/main" id="{D557CD1B-914A-1688-154F-CDBF25FF3C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54dda1946d_6_322:notes">
            <a:extLst>
              <a:ext uri="{FF2B5EF4-FFF2-40B4-BE49-F238E27FC236}">
                <a16:creationId xmlns:a16="http://schemas.microsoft.com/office/drawing/2014/main" id="{0E4D4996-AC9A-2975-2F79-1E26DAA6D6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 i="0" dirty="0">
                <a:solidFill>
                  <a:srgbClr val="F8FAFF"/>
                </a:solidFill>
                <a:effectLst/>
                <a:latin typeface="DeepSeek-CJK-patch"/>
              </a:rPr>
              <a:t>Malgré son expertise reconnue en accompagnement entrepreneurial, RedStart Tunisie subit aujourd’hui les limites d’un modèle non-digitalisé –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0" i="0" dirty="0">
                <a:solidFill>
                  <a:srgbClr val="080809"/>
                </a:solidFill>
                <a:effectLst/>
                <a:latin typeface="Segoe UI Historic" panose="020B0502040204020203" pitchFamily="34" charset="0"/>
              </a:rPr>
              <a:t>La majorité des processus se font encore manuellement, sur papier. Cela rend la gestion lente</a:t>
            </a:r>
            <a:endParaRPr lang="fr-FR" b="1" i="0" dirty="0">
              <a:solidFill>
                <a:srgbClr val="F8FAFF"/>
              </a:solidFill>
              <a:effectLst/>
              <a:latin typeface="DeepSeek-CJK-patch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b="0" i="0" dirty="0">
              <a:solidFill>
                <a:srgbClr val="080809"/>
              </a:solidFill>
              <a:effectLst/>
              <a:latin typeface="Segoe UI Historic" panose="020B0502040204020203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b="0" i="0" dirty="0">
                <a:solidFill>
                  <a:srgbClr val="080809"/>
                </a:solidFill>
                <a:effectLst/>
                <a:latin typeface="Segoe UI Historic" panose="020B0502040204020203" pitchFamily="34" charset="0"/>
              </a:rPr>
              <a:t>Communication Désorganisée (Téléphone/Emails) "Les échanges se multiplient entre e-mails, appels et messageries instantanées… et les informations importantes finissent par se perdre en route.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b="0" i="0" dirty="0">
              <a:solidFill>
                <a:srgbClr val="080809"/>
              </a:solidFill>
              <a:effectLst/>
              <a:latin typeface="Segoe UI Historic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440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b="1" dirty="0"/>
              <a:t>nous ne voulions pas simplement pointer les problèmes nous voulions agir, et ici à l'histoire de REDBOOST commence </a:t>
            </a:r>
            <a:endParaRPr lang="zh-CN" altLang="en-US" b="1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606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8E94D-9E4F-EAF1-16F3-52F53DE63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CAC4195-3905-9CE1-5CD0-FEC64F1F8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C8BA28-6DC7-0D90-1BF1-DA15C72C41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b="1" dirty="0"/>
              <a:t>Dans une seul </a:t>
            </a:r>
            <a:endParaRPr lang="zh-CN" altLang="en-US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3F08F6-5745-6475-486E-D41E54710F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88335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631E2-2278-DA8A-7F05-C27ED600B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6FEA6E-D761-584D-4B32-10918F09B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28C1D2-78E5-8A54-1274-DCA3DA2A3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="1" dirty="0"/>
          </a:p>
          <a:p>
            <a:r>
              <a:rPr lang="fr-FR" b="1" dirty="0"/>
              <a:t>Notre plateforme est structurée en plusieurs espaces selon le type d'utilisateur :</a:t>
            </a:r>
            <a:endParaRPr lang="fr-FR" dirty="0"/>
          </a:p>
          <a:p>
            <a:r>
              <a:rPr lang="fr-FR" dirty="0"/>
              <a:t>– Un </a:t>
            </a:r>
            <a:r>
              <a:rPr lang="fr-FR" b="1" dirty="0"/>
              <a:t>espace visiteur</a:t>
            </a:r>
            <a:r>
              <a:rPr lang="fr-FR" dirty="0"/>
              <a:t>, qui donne accès à la </a:t>
            </a:r>
            <a:r>
              <a:rPr lang="fr-FR" b="1" dirty="0"/>
              <a:t>landing page</a:t>
            </a:r>
            <a:r>
              <a:rPr lang="fr-FR" dirty="0"/>
              <a:t> et la </a:t>
            </a:r>
            <a:r>
              <a:rPr lang="fr-FR" dirty="0" err="1"/>
              <a:t>possibilitée</a:t>
            </a:r>
            <a:r>
              <a:rPr lang="fr-FR" dirty="0"/>
              <a:t> de s’inscrire ou se connecter</a:t>
            </a:r>
            <a:br>
              <a:rPr lang="fr-FR" dirty="0"/>
            </a:br>
            <a:r>
              <a:rPr lang="fr-FR" dirty="0"/>
              <a:t>– Un </a:t>
            </a:r>
            <a:r>
              <a:rPr lang="fr-FR" b="1" dirty="0"/>
              <a:t>espace administrateur</a:t>
            </a:r>
            <a:r>
              <a:rPr lang="fr-FR" dirty="0"/>
              <a:t>, réservé à l’équipe de RedStart, qui gère le back-office de la plateforme.</a:t>
            </a:r>
            <a:br>
              <a:rPr lang="fr-FR" dirty="0"/>
            </a:br>
            <a:r>
              <a:rPr lang="fr-FR" dirty="0"/>
              <a:t>– Un </a:t>
            </a:r>
            <a:r>
              <a:rPr lang="fr-FR" b="1" dirty="0"/>
              <a:t>espace client</a:t>
            </a:r>
            <a:r>
              <a:rPr lang="fr-FR" dirty="0"/>
              <a:t>, activé après authentification, qui se décline en trois rôles distincts : </a:t>
            </a:r>
            <a:r>
              <a:rPr lang="fr-FR" b="1" dirty="0"/>
              <a:t>entrepreneur</a:t>
            </a:r>
            <a:r>
              <a:rPr lang="fr-FR" dirty="0"/>
              <a:t>, </a:t>
            </a:r>
            <a:r>
              <a:rPr lang="fr-FR" b="1" dirty="0"/>
              <a:t>coach</a:t>
            </a:r>
            <a:r>
              <a:rPr lang="fr-FR" dirty="0"/>
              <a:t> ou </a:t>
            </a:r>
            <a:r>
              <a:rPr lang="fr-FR" b="1" dirty="0"/>
              <a:t>investisseur</a:t>
            </a:r>
            <a:r>
              <a:rPr lang="fr-FR" dirty="0"/>
              <a:t>, chacun ayant des fonctionnalités spécifiques selon son profil.</a:t>
            </a:r>
          </a:p>
          <a:p>
            <a:pPr algn="l">
              <a:lnSpc>
                <a:spcPts val="2143"/>
              </a:lnSpc>
              <a:spcBef>
                <a:spcPts val="1029"/>
              </a:spcBef>
              <a:spcAft>
                <a:spcPts val="1029"/>
              </a:spcAft>
              <a:buNone/>
            </a:pPr>
            <a:endParaRPr lang="fr-FR" b="0" i="0" dirty="0">
              <a:solidFill>
                <a:srgbClr val="F8FAFF"/>
              </a:solidFill>
              <a:effectLst/>
              <a:latin typeface="DeepSeek-CJK-patch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190A6F7-503B-9592-CC38-0C33C6A6E2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530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5679E-325C-9E35-D88D-3ABB689F6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DD3F1B-21EA-D776-A6CF-A807A27AA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A374ED-E0DA-AB03-486A-4521838C0B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Suite a 2 séance de </a:t>
            </a:r>
            <a:r>
              <a:rPr lang="fr-FR" altLang="zh-CN" dirty="0" err="1"/>
              <a:t>brain</a:t>
            </a:r>
            <a:r>
              <a:rPr lang="fr-FR" altLang="zh-CN" dirty="0"/>
              <a:t> </a:t>
            </a:r>
            <a:r>
              <a:rPr lang="fr-FR" altLang="zh-CN" dirty="0" err="1"/>
              <a:t>storming</a:t>
            </a:r>
            <a:r>
              <a:rPr lang="fr-FR" altLang="zh-CN" dirty="0"/>
              <a:t> en est sorite avec cette liste des </a:t>
            </a:r>
            <a:r>
              <a:rPr lang="fr-FR" altLang="zh-CN" dirty="0" err="1"/>
              <a:t>fonctionnalitée</a:t>
            </a:r>
            <a:r>
              <a:rPr lang="fr-FR" altLang="zh-CN" dirty="0"/>
              <a:t> </a:t>
            </a:r>
          </a:p>
          <a:p>
            <a:endParaRPr lang="fr-FR" altLang="zh-CN" dirty="0"/>
          </a:p>
          <a:p>
            <a:endParaRPr lang="fr-FR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dirty="0"/>
              <a:t>Gestion des projets :  </a:t>
            </a:r>
            <a:r>
              <a:rPr lang="fr-FR" dirty="0">
                <a:effectLst/>
              </a:rPr>
              <a:t>Elle permet une coordination efficace des projets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dirty="0"/>
              <a:t>Gestion de </a:t>
            </a:r>
            <a:r>
              <a:rPr lang="fr-FR" altLang="zh-CN" dirty="0" err="1"/>
              <a:t>rendezvous</a:t>
            </a:r>
            <a:r>
              <a:rPr lang="fr-FR" altLang="zh-CN" dirty="0"/>
              <a:t> :    </a:t>
            </a:r>
            <a:r>
              <a:rPr lang="fr-FR" dirty="0">
                <a:effectLst/>
              </a:rPr>
              <a:t>Avec cette fonctionnalité, les rendez-vous sont planifiés et automatisés, économisant du temps précieux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altLang="zh-CN" dirty="0"/>
              <a:t>Gestion Accompagnement :    </a:t>
            </a:r>
            <a:r>
              <a:rPr lang="fr-FR" dirty="0">
                <a:effectLst/>
              </a:rPr>
              <a:t>Elle offre un soutien personnalisé aux coachs et entrepreneurs pour un accompagnement optimal.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effectLst/>
              </a:rPr>
              <a:t>Gestion </a:t>
            </a:r>
            <a:r>
              <a:rPr lang="fr-FR">
                <a:effectLst/>
              </a:rPr>
              <a:t>de document  :   Cette solution assure un stockage sécurisé et un accès rapide à tous les documents essentiels.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>
              <a:effectLst/>
            </a:endParaRPr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FAA5E5-160A-4982-6339-2109794E98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F21BD8-9A8B-41C1-86B0-A1BFB6F2FD6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6106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39657-BFEF-C230-4840-0E400F328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1E6140-C4C2-98E8-0016-DA367FBC5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805D0D7-4C24-7672-712D-B514764B9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i="0" dirty="0">
                <a:solidFill>
                  <a:srgbClr val="F8FAFF"/>
                </a:solidFill>
                <a:effectLst/>
                <a:latin typeface="DeepSeek-CJK-patch"/>
              </a:rPr>
              <a:t>Après le quoi , passons au comment bien le faire : les exigences techniques et qualité. </a:t>
            </a:r>
            <a:endParaRPr lang="fr-FR" b="0" i="0" dirty="0">
              <a:solidFill>
                <a:srgbClr val="F8FAFF"/>
              </a:solidFill>
              <a:effectLst/>
              <a:latin typeface="DeepSeek-CJK-patch"/>
            </a:endParaRPr>
          </a:p>
          <a:p>
            <a:r>
              <a:rPr lang="fr-FR" b="0" i="0" dirty="0" err="1">
                <a:solidFill>
                  <a:srgbClr val="F8FAFF"/>
                </a:solidFill>
                <a:effectLst/>
                <a:latin typeface="DeepSeek-CJK-patch"/>
              </a:rPr>
              <a:t>RedBoost</a:t>
            </a:r>
            <a:r>
              <a:rPr lang="fr-FR" b="0" i="0" dirty="0">
                <a:solidFill>
                  <a:srgbClr val="F8FAFF"/>
                </a:solidFill>
                <a:effectLst/>
                <a:latin typeface="DeepSeek-CJK-patch"/>
              </a:rPr>
              <a:t> est conçue pour être </a:t>
            </a:r>
            <a:r>
              <a:rPr lang="fr-FR" b="1" i="0" dirty="0">
                <a:solidFill>
                  <a:srgbClr val="F8FAFF"/>
                </a:solidFill>
                <a:effectLst/>
                <a:latin typeface="DeepSeek-CJK-patch"/>
              </a:rPr>
              <a:t>universellement accessible</a:t>
            </a:r>
            <a:r>
              <a:rPr lang="fr-FR" b="0" i="0" dirty="0">
                <a:solidFill>
                  <a:srgbClr val="F8FAFF"/>
                </a:solidFill>
                <a:effectLst/>
                <a:latin typeface="DeepSeek-CJK-patch"/>
              </a:rPr>
              <a:t>, quel que soit le support (mobile, desktop, tablette) ou le profil utilisateur (entrepreneurs, coachs, investisseurs)</a:t>
            </a:r>
          </a:p>
          <a:p>
            <a:endParaRPr lang="fr-FR" altLang="zh-CN" b="0" i="0" dirty="0">
              <a:solidFill>
                <a:srgbClr val="F8FAFF"/>
              </a:solidFill>
              <a:effectLst/>
              <a:latin typeface="DeepSeek-CJK-patch"/>
            </a:endParaRPr>
          </a:p>
          <a:p>
            <a:r>
              <a:rPr lang="fr-FR" b="0" i="0" dirty="0">
                <a:solidFill>
                  <a:srgbClr val="1F1F1F"/>
                </a:solidFill>
                <a:effectLst/>
                <a:latin typeface="Google Sans"/>
              </a:rPr>
              <a:t>Nous avons mis en place un système de sécurité avec Spring Security, en utilisant le JWT (JSON Web </a:t>
            </a:r>
            <a:r>
              <a:rPr lang="fr-FR" b="0" i="0" dirty="0" err="1">
                <a:solidFill>
                  <a:srgbClr val="1F1F1F"/>
                </a:solidFill>
                <a:effectLst/>
                <a:latin typeface="Google Sans"/>
              </a:rPr>
              <a:t>Token</a:t>
            </a:r>
            <a:r>
              <a:rPr lang="fr-FR" b="0" i="0" dirty="0">
                <a:solidFill>
                  <a:srgbClr val="1F1F1F"/>
                </a:solidFill>
                <a:effectLst/>
                <a:latin typeface="Google Sans"/>
              </a:rPr>
              <a:t>) pour l’authentification et le hachage des mots de passe avec l’algorithme HS256.</a:t>
            </a:r>
            <a:endParaRPr lang="fr-FR" b="0" i="0" dirty="0">
              <a:solidFill>
                <a:srgbClr val="F8FAFF"/>
              </a:solidFill>
              <a:effectLst/>
              <a:latin typeface="DeepSeek-CJK-patch"/>
            </a:endParaRPr>
          </a:p>
          <a:p>
            <a:endParaRPr lang="fr-FR" altLang="zh-CN" b="0" i="0" dirty="0">
              <a:solidFill>
                <a:srgbClr val="F8FAFF"/>
              </a:solidFill>
              <a:effectLst/>
              <a:latin typeface="DeepSeek-CJK-patch"/>
            </a:endParaRPr>
          </a:p>
          <a:p>
            <a:r>
              <a:rPr lang="fr-FR" b="0" i="0" dirty="0">
                <a:solidFill>
                  <a:srgbClr val="1F1F1F"/>
                </a:solidFill>
                <a:effectLst/>
                <a:latin typeface="Google Sans"/>
              </a:rPr>
              <a:t>les messages sont chiffrés à l’aide de l’algorithme AES afin de garantir la confidentialité des données échangées</a:t>
            </a:r>
            <a:r>
              <a:rPr lang="fr-FR" b="0" i="0" dirty="0">
                <a:solidFill>
                  <a:srgbClr val="F8FAFF"/>
                </a:solidFill>
                <a:effectLst/>
                <a:latin typeface="DeepSeek-CJK-patch"/>
              </a:rPr>
              <a:t> - L’entrepreneur peut </a:t>
            </a:r>
            <a:r>
              <a:rPr lang="fr-FR" b="1" i="0" dirty="0">
                <a:solidFill>
                  <a:srgbClr val="F8FAFF"/>
                </a:solidFill>
                <a:effectLst/>
                <a:latin typeface="DeepSeek-CJK-patch"/>
              </a:rPr>
              <a:t>commencer un projet sans remplir tous les champs</a:t>
            </a:r>
            <a:r>
              <a:rPr lang="fr-FR" b="0" i="0" dirty="0">
                <a:solidFill>
                  <a:srgbClr val="F8FAFF"/>
                </a:solidFill>
                <a:effectLst/>
                <a:latin typeface="DeepSeek-CJK-patch"/>
              </a:rPr>
              <a:t> (ex : business plan , revenue </a:t>
            </a:r>
            <a:r>
              <a:rPr lang="fr-FR" b="0" i="0" dirty="0" err="1">
                <a:solidFill>
                  <a:srgbClr val="F8FAFF"/>
                </a:solidFill>
                <a:effectLst/>
                <a:latin typeface="DeepSeek-CJK-patch"/>
              </a:rPr>
              <a:t>etc</a:t>
            </a:r>
            <a:r>
              <a:rPr lang="fr-FR" b="0" i="0" dirty="0">
                <a:solidFill>
                  <a:srgbClr val="F8FAFF"/>
                </a:solidFill>
                <a:effectLst/>
                <a:latin typeface="DeepSeek-CJK-patch"/>
              </a:rPr>
              <a:t> ) </a:t>
            </a:r>
          </a:p>
          <a:p>
            <a:endParaRPr lang="fr-FR" altLang="zh-CN" b="0" i="0" dirty="0">
              <a:solidFill>
                <a:srgbClr val="F8FAFF"/>
              </a:solidFill>
              <a:effectLst/>
              <a:latin typeface="DeepSeek-CJK-patch"/>
            </a:endParaRPr>
          </a:p>
          <a:p>
            <a:r>
              <a:rPr lang="fr-FR" b="0" i="0" dirty="0">
                <a:solidFill>
                  <a:srgbClr val="F8FAFF"/>
                </a:solidFill>
                <a:effectLst/>
                <a:latin typeface="DeepSeek-CJK-patch"/>
              </a:rPr>
              <a:t>L’UX de </a:t>
            </a:r>
            <a:r>
              <a:rPr lang="fr-FR" b="1" i="0" dirty="0" err="1">
                <a:solidFill>
                  <a:srgbClr val="F8FAFF"/>
                </a:solidFill>
                <a:effectLst/>
                <a:latin typeface="DeepSeek-CJK-patch"/>
              </a:rPr>
              <a:t>RedBoost</a:t>
            </a:r>
            <a:r>
              <a:rPr lang="fr-FR" b="0" i="0" dirty="0">
                <a:solidFill>
                  <a:srgbClr val="F8FAFF"/>
                </a:solidFill>
                <a:effectLst/>
                <a:latin typeface="DeepSeek-CJK-patch"/>
              </a:rPr>
              <a:t> a été conçue pour être</a:t>
            </a:r>
            <a:r>
              <a:rPr lang="fr-FR" b="1" i="0" dirty="0">
                <a:solidFill>
                  <a:srgbClr val="F8FAFF"/>
                </a:solidFill>
                <a:effectLst/>
                <a:latin typeface="DeepSeek-CJK-patch"/>
              </a:rPr>
              <a:t> adaptée</a:t>
            </a:r>
            <a:r>
              <a:rPr lang="fr-FR" b="0" i="0" dirty="0">
                <a:solidFill>
                  <a:srgbClr val="F8FAFF"/>
                </a:solidFill>
                <a:effectLst/>
                <a:latin typeface="DeepSeek-CJK-patch"/>
              </a:rPr>
              <a:t> à tous les profils d’utilisateurs (entrepreneurs, coachs, investisseurs), même ceux peu à l’aise avec le digital.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7FA82B-AAF8-36BF-9A2A-335A1F8E25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4135CD-E861-41A7-81F0-F3B524A2884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844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16EB5-3C77-63AC-D612-461CE476F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EDDBA44-ECDB-9D88-7296-2AD9F2C96A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F8DB3F1-5261-FDF5-FC3E-9A9FF04D56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6D60AD-F692-B2C9-66B4-1DEA679A82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2278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4271E-7C1E-7754-2399-13B879D32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ECA56B-9433-86E8-F80C-6EFAF3BAEC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50F7901-4978-0239-2649-74A7721A6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1" i="0" dirty="0">
                <a:solidFill>
                  <a:srgbClr val="F8FAFF"/>
                </a:solidFill>
                <a:effectLst/>
                <a:latin typeface="DeepSeek-CJK-patch"/>
              </a:rPr>
              <a:t>Pour développer RedBoost, nous avons utilisé Spring Boot pour le backend avec une architecture en couches pour un raison de ,,,</a:t>
            </a:r>
          </a:p>
          <a:p>
            <a:r>
              <a:rPr lang="fr-FR" sz="1200" b="1" i="0" dirty="0">
                <a:solidFill>
                  <a:srgbClr val="F8FAFF"/>
                </a:solidFill>
                <a:effectLst/>
                <a:latin typeface="DeepSeek-CJK-patch"/>
              </a:rPr>
              <a:t>Côté frontend, </a:t>
            </a:r>
            <a:r>
              <a:rPr lang="fr-FR" sz="1200" b="1" i="0" dirty="0" err="1">
                <a:solidFill>
                  <a:srgbClr val="F8FAFF"/>
                </a:solidFill>
                <a:effectLst/>
                <a:latin typeface="DeepSeek-CJK-patch"/>
              </a:rPr>
              <a:t>Angular</a:t>
            </a:r>
            <a:r>
              <a:rPr lang="fr-FR" sz="1200" b="1" i="0" dirty="0">
                <a:solidFill>
                  <a:srgbClr val="F8FAFF"/>
                </a:solidFill>
                <a:effectLst/>
                <a:latin typeface="DeepSeek-CJK-patch"/>
              </a:rPr>
              <a:t> a été choisi avec le pattern MVVM (Modèle-Vue-</a:t>
            </a:r>
            <a:r>
              <a:rPr lang="fr-FR" sz="1200" b="1" i="0" dirty="0" err="1">
                <a:solidFill>
                  <a:srgbClr val="F8FAFF"/>
                </a:solidFill>
                <a:effectLst/>
                <a:latin typeface="DeepSeek-CJK-patch"/>
              </a:rPr>
              <a:t>VueModèle</a:t>
            </a:r>
            <a:r>
              <a:rPr lang="fr-FR" sz="1200" b="1" i="0" dirty="0">
                <a:solidFill>
                  <a:srgbClr val="F8FAFF"/>
                </a:solidFill>
                <a:effectLst/>
                <a:latin typeface="DeepSeek-CJK-patch"/>
              </a:rPr>
              <a:t>) pour une interface réactive et modulaire</a:t>
            </a:r>
            <a:r>
              <a:rPr lang="fr-FR" b="1" i="0" dirty="0">
                <a:solidFill>
                  <a:srgbClr val="F8FAFF"/>
                </a:solidFill>
                <a:effectLst/>
                <a:latin typeface="DeepSeek-CJK-patch"/>
              </a:rPr>
              <a:t>. </a:t>
            </a:r>
          </a:p>
          <a:p>
            <a:r>
              <a:rPr lang="fr-FR" b="1" i="0" dirty="0">
                <a:solidFill>
                  <a:srgbClr val="F8FAFF"/>
                </a:solidFill>
                <a:effectLst/>
                <a:latin typeface="DeepSeek-CJK-patch"/>
              </a:rPr>
              <a:t>Cette combinaison permet une expérience utilisateur fluide  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1801FC-DB13-CC70-46C3-29E78BA5C5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A64216-7571-4F55-B8A0-A9B09CAD06D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18113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70E93-9BC9-4DA2-8CAC-F4FC08D1C8CE}" type="slidenum">
              <a:rPr lang="zh-CN" altLang="en-US" smtClean="0"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36636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60F65-008F-26AD-CCB9-84B51FDFF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A427D21-5E20-C4A3-2E6B-170F6B6F1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69946D-8556-A30A-6DBC-00A026F39D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C4E7DC4-0727-1268-CB78-0ADCDCD17E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6136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Nous avons travaillé en méthode Scrum, utilisant Jira pour gérer les tâches avec des dates de début et de fin pour chaque sprint. Nous faisons un </a:t>
            </a:r>
            <a:r>
              <a:rPr lang="fr-FR" dirty="0" err="1"/>
              <a:t>daily</a:t>
            </a:r>
            <a:r>
              <a:rPr lang="fr-FR" dirty="0"/>
              <a:t> meeting de 30 à 40 minutes chaque jour, avec deux déplacements par semaine. À la fin de chaque sprint, nous présentons une démo à toute l’équipe de </a:t>
            </a:r>
            <a:r>
              <a:rPr lang="fr-FR" dirty="0" err="1"/>
              <a:t>Redstart</a:t>
            </a:r>
            <a:r>
              <a:rPr lang="fr-FR" dirty="0"/>
              <a:t> pour mieux comprendre leurs besoins.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51506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C91B1-3C46-7DDC-FAD8-DD207B5C3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C68C99B-B9C7-DBCF-6A52-105FC69616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41EDE9-0CAE-5060-79E7-B364380844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8166FC-2375-9494-A1F9-52B391276D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2222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>
          <a:extLst>
            <a:ext uri="{FF2B5EF4-FFF2-40B4-BE49-F238E27FC236}">
              <a16:creationId xmlns:a16="http://schemas.microsoft.com/office/drawing/2014/main" id="{4145E2A3-EED7-F933-E378-1C22E68F7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2528a877fe8_0_185:notes">
            <a:extLst>
              <a:ext uri="{FF2B5EF4-FFF2-40B4-BE49-F238E27FC236}">
                <a16:creationId xmlns:a16="http://schemas.microsoft.com/office/drawing/2014/main" id="{50504090-2619-0325-C30A-66531CA204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2528a877fe8_0_185:notes">
            <a:extLst>
              <a:ext uri="{FF2B5EF4-FFF2-40B4-BE49-F238E27FC236}">
                <a16:creationId xmlns:a16="http://schemas.microsoft.com/office/drawing/2014/main" id="{08CD6288-848F-3BEC-D27F-BBC1C8B074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fr-FR" sz="12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effectLst/>
              </a:rPr>
              <a:t>On appliquant ce qu’on avez vu  voici notre planification de notre projet ce </a:t>
            </a:r>
            <a:r>
              <a:rPr lang="fr-FR" dirty="0" err="1">
                <a:effectLst/>
              </a:rPr>
              <a:t>quui</a:t>
            </a:r>
            <a:r>
              <a:rPr lang="fr-FR" dirty="0">
                <a:effectLst/>
              </a:rPr>
              <a:t> est organisé en trois sprint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effectLst/>
              </a:rPr>
              <a:t>nous allons aborder la planification des sprints avec notre feuille de route pour un sprint réussi,. Ce processus repose sur trois sprints distincts que nous allons présenter.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1 : </a:t>
            </a:r>
            <a:r>
              <a:rPr lang="fr-FR" dirty="0">
                <a:effectLst/>
              </a:rPr>
              <a:t>Nous commençons par poser les fondations ,,,,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effectLst/>
              </a:rPr>
              <a:t>2,,,,,, Ce sprint assure une collaboration fluide et un suivi efficace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effectLst/>
              </a:rPr>
              <a:t>3 ,,,,,,, et un filtrage intelligent des demandes, soutenu par l’aide de l’intelligence artificielle, pour un résultat performant.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>
              <a:effectLst/>
            </a:endParaRPr>
          </a:p>
          <a:p>
            <a:endParaRPr lang="fr-FR" sz="12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endParaRPr lang="fr-FR" sz="12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363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ACBB6-ED81-8F98-ED97-70A214038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56678A6-6783-F61D-9C3D-7D7C179EB9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9F7470-87B2-25B0-6289-575FCC9F90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A0DD9F-D19E-B4DC-AB64-03D3E32E3C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A64216-7571-4F55-B8A0-A9B09CAD06D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7365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8D6FD-5C77-3BDE-8C3F-3191B911E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63FCF40-9F28-0BE0-B718-AC8D1316D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A14D6EB-D7E0-7742-0CE6-D0D7E95F0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effectLst/>
              </a:rPr>
              <a:t>Maintenant, plongeons dans l’étude détaillée de chaque sprint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EE219E-9757-F443-7977-D6CD99875B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355899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5CBE0-80C8-2AB0-290F-9D2958D61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8D1D94-F1AF-95E5-3607-F9C87DDCDC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029578-DA40-69FB-A1E1-7DAB36FDF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effectLst/>
              </a:rPr>
              <a:t>Maintenant, plongeons dans l’étude détaillée de chaque sprint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67B27D-7E2A-633C-EFCF-6392E29B9F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5006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>
          <a:extLst>
            <a:ext uri="{FF2B5EF4-FFF2-40B4-BE49-F238E27FC236}">
              <a16:creationId xmlns:a16="http://schemas.microsoft.com/office/drawing/2014/main" id="{8084E17F-CA68-8EB1-FA32-EA555032B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2528a877fe8_0_185:notes">
            <a:extLst>
              <a:ext uri="{FF2B5EF4-FFF2-40B4-BE49-F238E27FC236}">
                <a16:creationId xmlns:a16="http://schemas.microsoft.com/office/drawing/2014/main" id="{55570152-A22F-A033-EE10-8B56E6CB99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2528a877fe8_0_185:notes">
            <a:extLst>
              <a:ext uri="{FF2B5EF4-FFF2-40B4-BE49-F238E27FC236}">
                <a16:creationId xmlns:a16="http://schemas.microsoft.com/office/drawing/2014/main" id="{D7FFCB3D-9784-20AC-F7F5-1C50FA51DD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295493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2528a877fe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2528a877fe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notre plateforme propose aussi un parcours 100% dédié aux coachs </a:t>
            </a: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CDB6F-6AD1-D2A6-3049-112A2F2EE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11958D-28CE-F1E0-DC1D-F7EB581A7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E8CAC3E-7234-7F85-E3B8-2E5097608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879314-ED77-3F4C-2F0C-4015327B32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A64216-7571-4F55-B8A0-A9B09CAD06D6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48277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86387-E447-FABA-4B78-F2B1EFE55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16760A-CABC-F36B-763A-BE5F91015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969C67E-18DE-51BC-DA2D-BE60BE1DD1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DBEA5F-F649-53D4-99F6-C9832C2E16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A64216-7571-4F55-B8A0-A9B09CAD06D6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8856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A49A9-1111-237D-3315-600C420C5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06B07C2-DBB9-8D3B-B039-04409E536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CF9BA0-9B86-2E90-6EBE-B4AF3E477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A4504E6-33D9-1645-F8B8-501CEFB012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A64216-7571-4F55-B8A0-A9B09CAD06D6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1451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0A0F-74D8-6CC5-84D6-83FEEEC35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E12D074-1F0B-8B49-AC6F-4F1754206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7A4A44C-5018-DE57-B211-59C355564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C4666D-E56E-B8D6-A4D7-2CC7AD24F3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A64216-7571-4F55-B8A0-A9B09CAD06D6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8014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67783-801C-1625-E654-8B97179FD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CC7C24-B0F4-D4C8-FB5D-F9FD13D44A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615EC05-0150-108D-FC5C-AC1E2E337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652A49-B100-A9B1-0A4F-1F0CDF293B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66599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0DBFE-28BE-EA3A-FA85-3B07EC92F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AB30937-B68A-AE08-6B63-4402CD3BA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8B37102-5293-FD4F-03DE-D3784CEE9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EC85C3-2B68-54DF-84EE-D931072575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A64216-7571-4F55-B8A0-A9B09CAD06D6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00263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3F18F-2D44-76EF-5397-BD0D6A8D4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0B7E8FA-889E-780B-A1C2-C82DE819E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199A65-3785-4ECB-C985-6548FC3D2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B9BB3C-28E1-A0DF-903B-CC62C88A03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A64216-7571-4F55-B8A0-A9B09CAD06D6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142314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58237-991F-2192-FB64-EF84CAD4D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787791-FC8C-4E42-BD96-060B287E88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E196278-3E6E-BB8D-3B7F-8AB052E5E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DFDA41-B216-D024-7344-61C1E119F4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A64216-7571-4F55-B8A0-A9B09CAD06D6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6546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DF121-13FC-EEBF-0269-3E1C9CBC7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B93342-9FBC-D274-593D-1D330E234B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2FD38B-DFC3-8049-A3AA-C6A185013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4FBF14-474A-441C-ECBC-B523F9CD79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A64216-7571-4F55-B8A0-A9B09CAD06D6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05402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5206F-02B2-1A75-6853-21D59DA3E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8C1735-81F6-AB4D-659F-3BF872776E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00AC1FA-5D78-A76D-C5B0-3E562B2BB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92A084-AAFD-7C6F-9511-D74B4BBCE8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94560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74B9A-1801-0206-5341-6CE8A60C6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A18486-C20F-C1B4-193F-846B035F07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B336B7-0AE9-4CED-6BC3-D3E6971D35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6ED68C-2CE1-2704-45C2-96FF8FA8DF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A64216-7571-4F55-B8A0-A9B09CAD06D6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1066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57E03-6FEB-4B6B-3D24-18EF6C54D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E7EEF57-2A7A-9DAE-B311-726A595AD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0AFCC2-39DB-3C7A-D710-A7052283E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D55280-A5CC-D024-B0E3-A9F0A05929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A64216-7571-4F55-B8A0-A9B09CAD06D6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7939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A6275-5FB3-CB16-706E-D1D7F7676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781538-97B2-68B3-FF85-1776B364C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24B365-9126-C5A9-6E1F-9201E7DD8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EABAA3-908F-9003-DE65-57B5353392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A64216-7571-4F55-B8A0-A9B09CAD06D6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4108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0457C-8541-4380-87F6-9ED365988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EC56FF4-8DEA-B1F3-C5A3-09D8C6DDB3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2E4BDD1-8196-DA19-8DD7-2458F6999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3E5C15-D078-6F13-1293-636D9AEFC3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A64216-7571-4F55-B8A0-A9B09CAD06D6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820882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67C4A-12E9-F471-89A0-7C6BF07B0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B5A2BF-1E5C-609A-343A-65FEC2B25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320130-F9F5-E7A4-D293-72255657A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884778-B656-1EC8-3562-D8659F2B89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1326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67C4A-12E9-F471-89A0-7C6BF07B0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1B5A2BF-1E5C-609A-343A-65FEC2B255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320130-F9F5-E7A4-D293-72255657A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884778-B656-1EC8-3562-D8659F2B89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21144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 projet ne s’arrête pas ici. Nous avons décidé de continuer l’aventure avec </a:t>
            </a:r>
            <a:r>
              <a:rPr lang="fr-FR" dirty="0" err="1"/>
              <a:t>RedStart</a:t>
            </a:r>
            <a:r>
              <a:rPr lang="fr-FR" dirty="0"/>
              <a:t> en tant que </a:t>
            </a:r>
            <a:r>
              <a:rPr lang="fr-FR" dirty="0" err="1"/>
              <a:t>freelancers</a:t>
            </a:r>
            <a:r>
              <a:rPr lang="fr-FR" dirty="0"/>
              <a:t>, et nous lancerons</a:t>
            </a:r>
          </a:p>
          <a:p>
            <a:r>
              <a:rPr lang="fr-FR" dirty="0"/>
              <a:t> bientôt le Sprint 04, avec un nouveau défi : intégrer un modèle d’intelligence artificielle capable de filtrer les CV et les </a:t>
            </a:r>
          </a:p>
          <a:p>
            <a:r>
              <a:rPr lang="fr-FR" dirty="0"/>
              <a:t>certifications des coachs, afin de simplifier et accélérer le travail de validation pour l’administrateur.</a:t>
            </a:r>
          </a:p>
          <a:p>
            <a:endParaRPr lang="fr-FR" dirty="0"/>
          </a:p>
          <a:p>
            <a:r>
              <a:rPr lang="fr-FR" dirty="0"/>
              <a:t>Par ailleurs, nous avons également pour objectif d’améliorer l’expérience utilisateur des différentes interfaces, </a:t>
            </a:r>
          </a:p>
          <a:p>
            <a:r>
              <a:rPr lang="fr-FR" dirty="0"/>
              <a:t>en suivant les recommandations d’un expert UX désigné par </a:t>
            </a:r>
            <a:r>
              <a:rPr lang="fr-FR" dirty="0" err="1"/>
              <a:t>RedStart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Ce projet, nous l’avons construit avec passion, rigueur et ambition, et nous sommes fiers de le voir évoluer au-delà du </a:t>
            </a:r>
          </a:p>
          <a:p>
            <a:r>
              <a:rPr lang="fr-FR" dirty="0"/>
              <a:t>cadre universitaire.</a:t>
            </a:r>
            <a:endParaRPr lang="fr-TN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70E93-9BC9-4DA2-8CAC-F4FC08D1C8CE}" type="slidenum">
              <a:rPr lang="zh-CN" altLang="en-US" smtClean="0"/>
              <a:t>38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228843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ABC91-C986-8EE4-620F-A0F37C6D4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AABE48-D6D9-D817-77ED-3FC5B0AF5C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0F832C6-9D3C-1117-FA3A-E6DF3D6567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Ce projet ne s’arrête pas ici. Nous avons décidé de continuer l’aventure avec </a:t>
            </a:r>
            <a:r>
              <a:rPr lang="fr-FR" dirty="0" err="1"/>
              <a:t>RedStart</a:t>
            </a:r>
            <a:r>
              <a:rPr lang="fr-FR" dirty="0"/>
              <a:t> en tant que </a:t>
            </a:r>
            <a:r>
              <a:rPr lang="fr-FR" dirty="0" err="1"/>
              <a:t>freelancers</a:t>
            </a:r>
            <a:r>
              <a:rPr lang="fr-FR" dirty="0"/>
              <a:t>, et nous lancerons</a:t>
            </a:r>
          </a:p>
          <a:p>
            <a:r>
              <a:rPr lang="fr-FR" dirty="0"/>
              <a:t> bientôt le Sprint 04, avec un nouveau défi : intégrer un modèle d’intelligence artificielle capable de filtrer les CV et les </a:t>
            </a:r>
          </a:p>
          <a:p>
            <a:r>
              <a:rPr lang="fr-FR" dirty="0"/>
              <a:t>certifications des coachs, afin de simplifier et accélérer le travail de validation pour l’administrateur.</a:t>
            </a:r>
          </a:p>
          <a:p>
            <a:endParaRPr lang="fr-FR" dirty="0"/>
          </a:p>
          <a:p>
            <a:r>
              <a:rPr lang="fr-FR" dirty="0"/>
              <a:t>Par ailleurs, nous avons également pour objectif d’améliorer l’expérience utilisateur des différentes interfaces, </a:t>
            </a:r>
          </a:p>
          <a:p>
            <a:r>
              <a:rPr lang="fr-FR" dirty="0"/>
              <a:t>en suivant les recommandations d’un expert UX désigné par </a:t>
            </a:r>
            <a:r>
              <a:rPr lang="fr-FR" dirty="0" err="1"/>
              <a:t>RedStart</a:t>
            </a:r>
            <a:r>
              <a:rPr lang="fr-FR" dirty="0"/>
              <a:t>.</a:t>
            </a:r>
          </a:p>
          <a:p>
            <a:endParaRPr lang="fr-FR" dirty="0"/>
          </a:p>
          <a:p>
            <a:r>
              <a:rPr lang="fr-FR" dirty="0"/>
              <a:t>Ce projet, nous l’avons construit avec passion, rigueur et ambition, et nous sommes fiers de le voir évoluer au-delà du </a:t>
            </a:r>
          </a:p>
          <a:p>
            <a:r>
              <a:rPr lang="fr-FR" dirty="0"/>
              <a:t>cadre universitaire.</a:t>
            </a:r>
            <a:endParaRPr lang="fr-TN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3B8C98-7235-5A2E-BD2B-B091CCF30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D70E93-9BC9-4DA2-8CAC-F4FC08D1C8CE}" type="slidenum">
              <a:rPr lang="zh-CN" altLang="en-US" smtClean="0"/>
              <a:t>39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47284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CAFC6-5895-5219-8BEC-63C134C5F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16A0D8C-C4A5-30B4-9FE9-50B08BFC69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852EBFA-CC0D-1EA0-8BE5-3C7C86B542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7669C6-0180-2238-9A07-21C2EFBDCF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7320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xiazai/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8AD-E0BD-45AD-BE26-E627024D0FC7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F0EAC-093A-487A-84BB-5268A719D534}" type="slidenum">
              <a:rPr lang="zh-CN" altLang="en-US" smtClean="0"/>
              <a:t>‹N°›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8AD-E0BD-45AD-BE26-E627024D0FC7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F0EAC-093A-487A-84BB-5268A719D534}" type="slidenum">
              <a:rPr lang="zh-CN" altLang="en-US" smtClean="0"/>
              <a:t>‹N°›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8AD-E0BD-45AD-BE26-E627024D0FC7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F0EAC-093A-487A-84BB-5268A719D534}" type="slidenum">
              <a:rPr lang="zh-CN" altLang="en-US" smtClean="0"/>
              <a:t>‹N°›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8AD-E0BD-45AD-BE26-E627024D0FC7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F0EAC-093A-487A-84BB-5268A719D534}" type="slidenum">
              <a:rPr lang="zh-CN" altLang="en-US" smtClean="0"/>
              <a:t>‹N°›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8AD-E0BD-45AD-BE26-E627024D0FC7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F0EAC-093A-487A-84BB-5268A719D534}" type="slidenum">
              <a:rPr lang="zh-CN" altLang="en-US" smtClean="0"/>
              <a:t>‹N°›</a:t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628304" y="6732724"/>
            <a:ext cx="1224136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下载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http://www.1ppt.com/xiazai/</a:t>
            </a:r>
          </a:p>
        </p:txBody>
      </p:sp>
    </p:spTree>
    <p:extLst>
      <p:ext uri="{BB962C8B-B14F-4D97-AF65-F5344CB8AC3E}">
        <p14:creationId xmlns:p14="http://schemas.microsoft.com/office/powerpoint/2010/main" val="4177684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8AD-E0BD-45AD-BE26-E627024D0FC7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F0EAC-093A-487A-84BB-5268A719D534}" type="slidenum">
              <a:rPr lang="zh-CN" altLang="en-US" smtClean="0"/>
              <a:t>‹N°›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8AD-E0BD-45AD-BE26-E627024D0FC7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F0EAC-093A-487A-84BB-5268A719D534}" type="slidenum">
              <a:rPr lang="zh-CN" altLang="en-US" smtClean="0"/>
              <a:t>‹N°›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8AD-E0BD-45AD-BE26-E627024D0FC7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F0EAC-093A-487A-84BB-5268A719D534}" type="slidenum">
              <a:rPr lang="zh-CN" altLang="en-US" smtClean="0"/>
              <a:t>‹N°›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8AD-E0BD-45AD-BE26-E627024D0FC7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F0EAC-093A-487A-84BB-5268A719D534}" type="slidenum">
              <a:rPr lang="zh-CN" altLang="en-US" smtClean="0"/>
              <a:t>‹N°›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8AD-E0BD-45AD-BE26-E627024D0FC7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F0EAC-093A-487A-84BB-5268A719D534}" type="slidenum">
              <a:rPr lang="zh-CN" altLang="en-US" smtClean="0"/>
              <a:t>‹N°›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128AD-E0BD-45AD-BE26-E627024D0FC7}" type="datetimeFigureOut">
              <a:rPr lang="zh-CN" altLang="en-US" smtClean="0"/>
              <a:t>2025/6/15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FF0EAC-093A-487A-84BB-5268A719D534}" type="slidenum">
              <a:rPr lang="zh-CN" altLang="en-US" smtClean="0"/>
              <a:t>‹N°›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subTitle" idx="1"/>
          </p:nvPr>
        </p:nvSpPr>
        <p:spPr>
          <a:xfrm>
            <a:off x="960000" y="2665533"/>
            <a:ext cx="7777600" cy="30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Darker Grotesque Light"/>
              <a:buChar char="●"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960000" y="1202967"/>
            <a:ext cx="7777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393656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950967" y="1766467"/>
            <a:ext cx="4671600" cy="25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950967" y="4963967"/>
            <a:ext cx="3138400" cy="10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72992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200" name="Google Shape;200;p28"/>
          <p:cNvGrpSpPr/>
          <p:nvPr/>
        </p:nvGrpSpPr>
        <p:grpSpPr>
          <a:xfrm>
            <a:off x="10235924" y="-5534"/>
            <a:ext cx="2096280" cy="6952731"/>
            <a:chOff x="7676943" y="-4150"/>
            <a:chExt cx="1572210" cy="5214548"/>
          </a:xfrm>
        </p:grpSpPr>
        <p:sp>
          <p:nvSpPr>
            <p:cNvPr id="201" name="Google Shape;201;p28"/>
            <p:cNvSpPr/>
            <p:nvPr/>
          </p:nvSpPr>
          <p:spPr>
            <a:xfrm flipH="1">
              <a:off x="7927375" y="-4150"/>
              <a:ext cx="1235905" cy="1193746"/>
            </a:xfrm>
            <a:custGeom>
              <a:avLst/>
              <a:gdLst/>
              <a:ahLst/>
              <a:cxnLst/>
              <a:rect l="l" t="t" r="r" b="b"/>
              <a:pathLst>
                <a:path w="107330" h="107303" extrusionOk="0">
                  <a:moveTo>
                    <a:pt x="1" y="1"/>
                  </a:moveTo>
                  <a:lnTo>
                    <a:pt x="1" y="107303"/>
                  </a:lnTo>
                  <a:lnTo>
                    <a:pt x="1073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202" name="Google Shape;202;p28"/>
            <p:cNvGrpSpPr/>
            <p:nvPr/>
          </p:nvGrpSpPr>
          <p:grpSpPr>
            <a:xfrm>
              <a:off x="7676943" y="3752684"/>
              <a:ext cx="1572210" cy="1457714"/>
              <a:chOff x="4276575" y="600075"/>
              <a:chExt cx="4972200" cy="4610100"/>
            </a:xfrm>
          </p:grpSpPr>
          <p:cxnSp>
            <p:nvCxnSpPr>
              <p:cNvPr id="203" name="Google Shape;203;p28"/>
              <p:cNvCxnSpPr/>
              <p:nvPr/>
            </p:nvCxnSpPr>
            <p:spPr>
              <a:xfrm flipH="1">
                <a:off x="4276575" y="600075"/>
                <a:ext cx="4972200" cy="46101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04" name="Google Shape;204;p28"/>
              <p:cNvSpPr/>
              <p:nvPr/>
            </p:nvSpPr>
            <p:spPr>
              <a:xfrm flipH="1">
                <a:off x="4823819" y="1290676"/>
                <a:ext cx="4322700" cy="38910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111162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985519" y="1518470"/>
            <a:ext cx="3461834" cy="2221681"/>
          </a:xfrm>
          <a:custGeom>
            <a:avLst/>
            <a:gdLst>
              <a:gd name="connsiteX0" fmla="*/ 0 w 3461834"/>
              <a:gd name="connsiteY0" fmla="*/ 0 h 2221681"/>
              <a:gd name="connsiteX1" fmla="*/ 3461834 w 3461834"/>
              <a:gd name="connsiteY1" fmla="*/ 0 h 2221681"/>
              <a:gd name="connsiteX2" fmla="*/ 3461834 w 3461834"/>
              <a:gd name="connsiteY2" fmla="*/ 2221681 h 2221681"/>
              <a:gd name="connsiteX3" fmla="*/ 0 w 3461834"/>
              <a:gd name="connsiteY3" fmla="*/ 2221681 h 22216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1834" h="2221681">
                <a:moveTo>
                  <a:pt x="0" y="0"/>
                </a:moveTo>
                <a:lnTo>
                  <a:pt x="3461834" y="0"/>
                </a:lnTo>
                <a:lnTo>
                  <a:pt x="3461834" y="2221681"/>
                </a:lnTo>
                <a:lnTo>
                  <a:pt x="0" y="222168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8" name="图片占位符 7"/>
          <p:cNvSpPr>
            <a:spLocks noGrp="1"/>
          </p:cNvSpPr>
          <p:nvPr>
            <p:ph type="pic" sz="quarter" idx="11"/>
          </p:nvPr>
        </p:nvSpPr>
        <p:spPr>
          <a:xfrm>
            <a:off x="985519" y="3822700"/>
            <a:ext cx="3461832" cy="2211614"/>
          </a:xfrm>
          <a:custGeom>
            <a:avLst/>
            <a:gdLst>
              <a:gd name="connsiteX0" fmla="*/ 0 w 3461832"/>
              <a:gd name="connsiteY0" fmla="*/ 0 h 2211614"/>
              <a:gd name="connsiteX1" fmla="*/ 3461832 w 3461832"/>
              <a:gd name="connsiteY1" fmla="*/ 0 h 2211614"/>
              <a:gd name="connsiteX2" fmla="*/ 3461832 w 3461832"/>
              <a:gd name="connsiteY2" fmla="*/ 2211614 h 2211614"/>
              <a:gd name="connsiteX3" fmla="*/ 0 w 3461832"/>
              <a:gd name="connsiteY3" fmla="*/ 2211614 h 2211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1832" h="2211614">
                <a:moveTo>
                  <a:pt x="0" y="0"/>
                </a:moveTo>
                <a:lnTo>
                  <a:pt x="3461832" y="0"/>
                </a:lnTo>
                <a:lnTo>
                  <a:pt x="3461832" y="2211614"/>
                </a:lnTo>
                <a:lnTo>
                  <a:pt x="0" y="221161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3604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2025/6/15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‹N°›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99877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  <a:pPr/>
              <a:t>2025/6/15</a:t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  <a:pPr/>
              <a:t>‹N°›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69787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94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</a:defRPr>
            </a:lvl1pPr>
          </a:lstStyle>
          <a:p>
            <a:fld id="{C0C128AD-E0BD-45AD-BE26-E627024D0FC7}" type="datetimeFigureOut">
              <a:rPr lang="zh-CN" altLang="en-US" smtClean="0"/>
              <a:t>2025/6/15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</a:defRPr>
            </a:lvl1pPr>
          </a:lstStyle>
          <a:p>
            <a:fld id="{DCFF0EAC-093A-487A-84BB-5268A719D534}" type="slidenum">
              <a:rPr lang="zh-CN" altLang="en-US" smtClean="0"/>
              <a:t>‹N°›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62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1" r:id="rId12"/>
    <p:sldLayoutId id="2147483672" r:id="rId13"/>
    <p:sldLayoutId id="2147483673" r:id="rId14"/>
    <p:sldLayoutId id="214748367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阿里巴巴普惠体 L" panose="00020600040101010101" pitchFamily="18" charset="-122"/>
          <a:ea typeface="阿里巴巴普惠体 L" panose="00020600040101010101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阿里巴巴普惠体 M" panose="00020600040101010101" pitchFamily="18" charset="-122"/>
          <a:ea typeface="阿里巴巴普惠体 M" panose="00020600040101010101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阿里巴巴普惠体 M" panose="00020600040101010101" pitchFamily="18" charset="-122"/>
          <a:ea typeface="阿里巴巴普惠体 M" panose="00020600040101010101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阿里巴巴普惠体 M" panose="00020600040101010101" pitchFamily="18" charset="-122"/>
          <a:ea typeface="阿里巴巴普惠体 M" panose="00020600040101010101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阿里巴巴普惠体 M" panose="00020600040101010101" pitchFamily="18" charset="-122"/>
          <a:ea typeface="阿里巴巴普惠体 M" panose="00020600040101010101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阿里巴巴普惠体 M" panose="00020600040101010101" pitchFamily="18" charset="-122"/>
          <a:ea typeface="阿里巴巴普惠体 M" panose="00020600040101010101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65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9216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jpeg"/><Relationship Id="rId10" Type="http://schemas.openxmlformats.org/officeDocument/2006/relationships/image" Target="../media/image39.png"/><Relationship Id="rId4" Type="http://schemas.openxmlformats.org/officeDocument/2006/relationships/image" Target="../media/image35.jpeg"/><Relationship Id="rId9" Type="http://schemas.microsoft.com/office/2007/relationships/hdphoto" Target="../media/hdphoto2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37"/>
          <p:cNvGrpSpPr/>
          <p:nvPr/>
        </p:nvGrpSpPr>
        <p:grpSpPr>
          <a:xfrm>
            <a:off x="8793754" y="-897883"/>
            <a:ext cx="7514945" cy="8178271"/>
            <a:chOff x="3646217" y="-669127"/>
            <a:chExt cx="5636209" cy="6133703"/>
          </a:xfr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grpSpPr>
        <p:grpSp>
          <p:nvGrpSpPr>
            <p:cNvPr id="243" name="Google Shape;243;p37"/>
            <p:cNvGrpSpPr/>
            <p:nvPr/>
          </p:nvGrpSpPr>
          <p:grpSpPr>
            <a:xfrm rot="10800000">
              <a:off x="3646217" y="-669127"/>
              <a:ext cx="5507308" cy="5850802"/>
              <a:chOff x="1600725" y="-6724"/>
              <a:chExt cx="5507308" cy="5651857"/>
            </a:xfrm>
          </p:grpSpPr>
          <p:sp>
            <p:nvSpPr>
              <p:cNvPr id="244" name="Google Shape;244;p37"/>
              <p:cNvSpPr/>
              <p:nvPr/>
            </p:nvSpPr>
            <p:spPr>
              <a:xfrm>
                <a:off x="1861333" y="501633"/>
                <a:ext cx="5246700" cy="5143500"/>
              </a:xfrm>
              <a:prstGeom prst="rtTriangle">
                <a:avLst/>
              </a:prstGeom>
              <a:solidFill>
                <a:srgbClr val="C00000">
                  <a:alpha val="50000"/>
                </a:srgb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dirty="0"/>
              </a:p>
            </p:txBody>
          </p:sp>
          <p:sp>
            <p:nvSpPr>
              <p:cNvPr id="245" name="Google Shape;245;p37"/>
              <p:cNvSpPr/>
              <p:nvPr/>
            </p:nvSpPr>
            <p:spPr>
              <a:xfrm>
                <a:off x="1600725" y="-6724"/>
                <a:ext cx="1094700" cy="5143500"/>
              </a:xfrm>
              <a:prstGeom prst="rect">
                <a:avLst/>
              </a:prstGeom>
              <a:solidFill>
                <a:srgbClr val="E44D6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 dirty="0"/>
              </a:p>
            </p:txBody>
          </p:sp>
        </p:grpSp>
        <p:sp>
          <p:nvSpPr>
            <p:cNvPr id="246" name="Google Shape;246;p37"/>
            <p:cNvSpPr/>
            <p:nvPr/>
          </p:nvSpPr>
          <p:spPr>
            <a:xfrm flipH="1">
              <a:off x="4823819" y="1290676"/>
              <a:ext cx="4322700" cy="3891000"/>
            </a:xfrm>
            <a:prstGeom prst="rtTriangle">
              <a:avLst/>
            </a:prstGeom>
            <a:solidFill>
              <a:srgbClr val="0A495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cxnSp>
          <p:nvCxnSpPr>
            <p:cNvPr id="247" name="Google Shape;247;p37"/>
            <p:cNvCxnSpPr/>
            <p:nvPr/>
          </p:nvCxnSpPr>
          <p:spPr>
            <a:xfrm flipH="1">
              <a:off x="4386126" y="1007776"/>
              <a:ext cx="4896300" cy="4456800"/>
            </a:xfrm>
            <a:prstGeom prst="straightConnector1">
              <a:avLst/>
            </a:prstGeom>
            <a:noFill/>
            <a:ln w="28575" cap="flat" cmpd="sng">
              <a:solidFill>
                <a:srgbClr val="0A4955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8" name="Google Shape;248;p37"/>
          <p:cNvSpPr txBox="1">
            <a:spLocks noGrp="1"/>
          </p:cNvSpPr>
          <p:nvPr>
            <p:ph type="ctrTitle"/>
          </p:nvPr>
        </p:nvSpPr>
        <p:spPr>
          <a:xfrm>
            <a:off x="514352" y="2611107"/>
            <a:ext cx="7772913" cy="86445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</a:pPr>
            <a:r>
              <a:rPr lang="fr-FR" sz="3200" b="1" dirty="0" err="1">
                <a:solidFill>
                  <a:srgbClr val="080809"/>
                </a:solidFill>
                <a:latin typeface="+mj-lt"/>
              </a:rPr>
              <a:t>Redboost</a:t>
            </a:r>
            <a:r>
              <a:rPr lang="fr-FR" sz="3200" b="1" dirty="0">
                <a:solidFill>
                  <a:srgbClr val="080809"/>
                </a:solidFill>
                <a:latin typeface="+mj-lt"/>
              </a:rPr>
              <a:t> – Le Futur des </a:t>
            </a:r>
            <a:r>
              <a:rPr lang="fr-FR" sz="3200" b="1" dirty="0">
                <a:solidFill>
                  <a:srgbClr val="C00000"/>
                </a:solidFill>
                <a:latin typeface="+mj-lt"/>
              </a:rPr>
              <a:t>Startups</a:t>
            </a:r>
            <a:r>
              <a:rPr lang="fr-FR" sz="3200" b="1" dirty="0">
                <a:solidFill>
                  <a:srgbClr val="080809"/>
                </a:solidFill>
                <a:latin typeface="+mj-lt"/>
              </a:rPr>
              <a:t> commence ici</a:t>
            </a:r>
            <a:endParaRPr sz="3200" b="1" dirty="0">
              <a:solidFill>
                <a:srgbClr val="002060"/>
              </a:solidFill>
              <a:latin typeface="+mj-lt"/>
              <a:cs typeface="Arial" panose="020B0604020202020204" pitchFamily="34" charset="0"/>
            </a:endParaRPr>
          </a:p>
        </p:txBody>
      </p:sp>
      <p:cxnSp>
        <p:nvCxnSpPr>
          <p:cNvPr id="250" name="Google Shape;250;p37"/>
          <p:cNvCxnSpPr>
            <a:cxnSpLocks/>
          </p:cNvCxnSpPr>
          <p:nvPr/>
        </p:nvCxnSpPr>
        <p:spPr>
          <a:xfrm>
            <a:off x="3909306" y="2954007"/>
            <a:ext cx="1836774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Image 2">
            <a:extLst>
              <a:ext uri="{FF2B5EF4-FFF2-40B4-BE49-F238E27FC236}">
                <a16:creationId xmlns:a16="http://schemas.microsoft.com/office/drawing/2014/main" id="{CB098CF8-DC0F-DF93-EADE-6F71E4D24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6160" y="3353486"/>
            <a:ext cx="2743066" cy="1067355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8C3D8109-1EB3-33AF-84DD-A31ECFD6592E}"/>
              </a:ext>
            </a:extLst>
          </p:cNvPr>
          <p:cNvSpPr txBox="1"/>
          <p:nvPr/>
        </p:nvSpPr>
        <p:spPr>
          <a:xfrm>
            <a:off x="130630" y="4774473"/>
            <a:ext cx="5497719" cy="1505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rgbClr val="C00000"/>
                </a:solidFill>
              </a:rPr>
              <a:t>Encadré par </a:t>
            </a:r>
            <a:r>
              <a:rPr lang="fr-FR" sz="1200" b="1" dirty="0">
                <a:solidFill>
                  <a:srgbClr val="0A4955"/>
                </a:solidFill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0A4955"/>
                </a:solidFill>
              </a:rPr>
              <a:t>Mme Ben Rhouma Lobna</a:t>
            </a: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0A4955"/>
                </a:solidFill>
              </a:rPr>
              <a:t>Mme </a:t>
            </a:r>
            <a:r>
              <a:rPr lang="fr-FR" b="1" dirty="0" err="1">
                <a:solidFill>
                  <a:srgbClr val="0A4955"/>
                </a:solidFill>
              </a:rPr>
              <a:t>Hechkel</a:t>
            </a:r>
            <a:r>
              <a:rPr lang="fr-FR" b="1" dirty="0">
                <a:solidFill>
                  <a:srgbClr val="0A4955"/>
                </a:solidFill>
              </a:rPr>
              <a:t> Amina</a:t>
            </a: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0A4955"/>
                </a:solidFill>
              </a:rPr>
              <a:t>Mr  Oussama Lamine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9FDC9A7-29BF-B974-0BF2-BCAF1D2B930B}"/>
              </a:ext>
            </a:extLst>
          </p:cNvPr>
          <p:cNvSpPr txBox="1"/>
          <p:nvPr/>
        </p:nvSpPr>
        <p:spPr>
          <a:xfrm>
            <a:off x="8313698" y="5325519"/>
            <a:ext cx="4410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A4955"/>
                </a:solidFill>
              </a:rPr>
              <a:t>Aymen </a:t>
            </a:r>
            <a:r>
              <a:rPr lang="fr-FR" b="1" dirty="0" err="1">
                <a:solidFill>
                  <a:srgbClr val="0A4955"/>
                </a:solidFill>
              </a:rPr>
              <a:t>Garfa</a:t>
            </a:r>
            <a:endParaRPr lang="fr-FR" b="1" dirty="0">
              <a:solidFill>
                <a:srgbClr val="0A4955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215DD2-8891-FD05-CDE6-BDC5C83B8A9D}"/>
              </a:ext>
            </a:extLst>
          </p:cNvPr>
          <p:cNvSpPr/>
          <p:nvPr/>
        </p:nvSpPr>
        <p:spPr>
          <a:xfrm rot="5400000" flipH="1">
            <a:off x="980468" y="4339334"/>
            <a:ext cx="60959" cy="440504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9" name="Google Shape;244;p37">
            <a:extLst>
              <a:ext uri="{FF2B5EF4-FFF2-40B4-BE49-F238E27FC236}">
                <a16:creationId xmlns:a16="http://schemas.microsoft.com/office/drawing/2014/main" id="{CE752E14-5E66-4EDF-AD66-81400475A2D3}"/>
              </a:ext>
            </a:extLst>
          </p:cNvPr>
          <p:cNvSpPr/>
          <p:nvPr/>
        </p:nvSpPr>
        <p:spPr>
          <a:xfrm rot="10800000">
            <a:off x="9273810" y="-844369"/>
            <a:ext cx="6995600" cy="7099401"/>
          </a:xfrm>
          <a:prstGeom prst="rtTriangle">
            <a:avLst/>
          </a:prstGeom>
          <a:solidFill>
            <a:srgbClr val="E44D6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  <p:sp>
        <p:nvSpPr>
          <p:cNvPr id="31" name="Triangle rectangle 30">
            <a:extLst>
              <a:ext uri="{FF2B5EF4-FFF2-40B4-BE49-F238E27FC236}">
                <a16:creationId xmlns:a16="http://schemas.microsoft.com/office/drawing/2014/main" id="{E2AF5879-1AC0-D41F-860F-BAE89310D017}"/>
              </a:ext>
            </a:extLst>
          </p:cNvPr>
          <p:cNvSpPr/>
          <p:nvPr/>
        </p:nvSpPr>
        <p:spPr>
          <a:xfrm rot="11189375">
            <a:off x="-466800" y="-81930"/>
            <a:ext cx="690628" cy="5180138"/>
          </a:xfrm>
          <a:prstGeom prst="rtTriangle">
            <a:avLst/>
          </a:prstGeom>
          <a:solidFill>
            <a:srgbClr val="E44D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224" name="ZoneTexte 223">
            <a:extLst>
              <a:ext uri="{FF2B5EF4-FFF2-40B4-BE49-F238E27FC236}">
                <a16:creationId xmlns:a16="http://schemas.microsoft.com/office/drawing/2014/main" id="{EAE2E307-60E6-2077-4DE5-1450355C497F}"/>
              </a:ext>
            </a:extLst>
          </p:cNvPr>
          <p:cNvSpPr txBox="1"/>
          <p:nvPr/>
        </p:nvSpPr>
        <p:spPr>
          <a:xfrm>
            <a:off x="8313698" y="5763519"/>
            <a:ext cx="3005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0A4955"/>
                </a:solidFill>
              </a:rPr>
              <a:t>Oussama </a:t>
            </a:r>
            <a:r>
              <a:rPr lang="fr-FR" b="1" dirty="0" err="1">
                <a:solidFill>
                  <a:srgbClr val="0A4955"/>
                </a:solidFill>
              </a:rPr>
              <a:t>hajboubaker</a:t>
            </a:r>
            <a:endParaRPr lang="fr-FR" b="1" dirty="0">
              <a:solidFill>
                <a:srgbClr val="0A4955"/>
              </a:solidFill>
            </a:endParaRPr>
          </a:p>
        </p:txBody>
      </p:sp>
      <p:sp>
        <p:nvSpPr>
          <p:cNvPr id="225" name="ZoneTexte 224">
            <a:extLst>
              <a:ext uri="{FF2B5EF4-FFF2-40B4-BE49-F238E27FC236}">
                <a16:creationId xmlns:a16="http://schemas.microsoft.com/office/drawing/2014/main" id="{673B2427-AA58-FAE2-C789-2AE2F7412B7E}"/>
              </a:ext>
            </a:extLst>
          </p:cNvPr>
          <p:cNvSpPr txBox="1"/>
          <p:nvPr/>
        </p:nvSpPr>
        <p:spPr>
          <a:xfrm>
            <a:off x="8313698" y="4915587"/>
            <a:ext cx="3882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rgbClr val="C00000"/>
                </a:solidFill>
              </a:rPr>
              <a:t>Elaboré par : </a:t>
            </a:r>
          </a:p>
        </p:txBody>
      </p:sp>
      <p:cxnSp>
        <p:nvCxnSpPr>
          <p:cNvPr id="239" name="Connecteur droit 238">
            <a:extLst>
              <a:ext uri="{FF2B5EF4-FFF2-40B4-BE49-F238E27FC236}">
                <a16:creationId xmlns:a16="http://schemas.microsoft.com/office/drawing/2014/main" id="{FB9F9858-FF0D-97FA-3A88-C187D120DD9F}"/>
              </a:ext>
            </a:extLst>
          </p:cNvPr>
          <p:cNvCxnSpPr>
            <a:cxnSpLocks/>
          </p:cNvCxnSpPr>
          <p:nvPr/>
        </p:nvCxnSpPr>
        <p:spPr>
          <a:xfrm>
            <a:off x="11933955" y="5446676"/>
            <a:ext cx="487680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Connecteur droit 240">
            <a:extLst>
              <a:ext uri="{FF2B5EF4-FFF2-40B4-BE49-F238E27FC236}">
                <a16:creationId xmlns:a16="http://schemas.microsoft.com/office/drawing/2014/main" id="{4DA01764-D37C-BB95-8A2E-10DFF335170B}"/>
              </a:ext>
            </a:extLst>
          </p:cNvPr>
          <p:cNvCxnSpPr>
            <a:cxnSpLocks/>
          </p:cNvCxnSpPr>
          <p:nvPr/>
        </p:nvCxnSpPr>
        <p:spPr>
          <a:xfrm>
            <a:off x="9257028" y="6014720"/>
            <a:ext cx="516892" cy="0"/>
          </a:xfrm>
          <a:prstGeom prst="line">
            <a:avLst/>
          </a:prstGeom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>
            <a:extLst>
              <a:ext uri="{FF2B5EF4-FFF2-40B4-BE49-F238E27FC236}">
                <a16:creationId xmlns:a16="http://schemas.microsoft.com/office/drawing/2014/main" id="{E7FB173C-4411-A6E7-5E7B-2C841AEC7C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415" y="-104363"/>
            <a:ext cx="1592008" cy="132473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00D1DC1-CA0B-E808-071E-14181A551509}"/>
              </a:ext>
            </a:extLst>
          </p:cNvPr>
          <p:cNvSpPr txBox="1"/>
          <p:nvPr/>
        </p:nvSpPr>
        <p:spPr>
          <a:xfrm>
            <a:off x="557745" y="64086"/>
            <a:ext cx="8761956" cy="700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1400" b="1" dirty="0"/>
              <a:t>Institut Supérieur des Etudes Technologique </a:t>
            </a:r>
          </a:p>
          <a:p>
            <a:pPr algn="ctr">
              <a:lnSpc>
                <a:spcPct val="150000"/>
              </a:lnSpc>
            </a:pPr>
            <a:r>
              <a:rPr lang="fr-FR" sz="1400" b="1" dirty="0"/>
              <a:t>de Mahdia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26872B7-C2BC-E8B4-BC27-5268535C5E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76883" y="170255"/>
            <a:ext cx="1138591" cy="70057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DEA3F59-A670-EED4-AEB4-580156945DAD}"/>
              </a:ext>
            </a:extLst>
          </p:cNvPr>
          <p:cNvSpPr txBox="1"/>
          <p:nvPr/>
        </p:nvSpPr>
        <p:spPr>
          <a:xfrm>
            <a:off x="670866" y="941478"/>
            <a:ext cx="8761956" cy="336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sz="1200" b="1" dirty="0"/>
              <a:t>Département Informatique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18"/>
    </mc:Choice>
    <mc:Fallback xmlns="">
      <p:transition spd="slow" advTm="381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任意多边形 74"/>
          <p:cNvSpPr/>
          <p:nvPr/>
        </p:nvSpPr>
        <p:spPr>
          <a:xfrm rot="2700000">
            <a:off x="752198" y="4519095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1" name="任意多边形 40"/>
          <p:cNvSpPr/>
          <p:nvPr/>
        </p:nvSpPr>
        <p:spPr>
          <a:xfrm rot="2700000">
            <a:off x="10469629" y="4164042"/>
            <a:ext cx="1667713" cy="1023269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rgbClr val="5D99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2" name="任意多边形 41"/>
          <p:cNvSpPr/>
          <p:nvPr/>
        </p:nvSpPr>
        <p:spPr>
          <a:xfrm rot="2700000">
            <a:off x="10320284" y="4326749"/>
            <a:ext cx="1228628" cy="956548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8" name="任意多边形 37"/>
          <p:cNvSpPr/>
          <p:nvPr/>
        </p:nvSpPr>
        <p:spPr>
          <a:xfrm rot="2700000">
            <a:off x="-3449738" y="1314764"/>
            <a:ext cx="4407208" cy="4180467"/>
          </a:xfrm>
          <a:custGeom>
            <a:avLst/>
            <a:gdLst>
              <a:gd name="connsiteX0" fmla="*/ 0 w 4407208"/>
              <a:gd name="connsiteY0" fmla="*/ 2 h 4180467"/>
              <a:gd name="connsiteX1" fmla="*/ 3741330 w 4407208"/>
              <a:gd name="connsiteY1" fmla="*/ 0 h 4180467"/>
              <a:gd name="connsiteX2" fmla="*/ 4407208 w 4407208"/>
              <a:gd name="connsiteY2" fmla="*/ 665877 h 4180467"/>
              <a:gd name="connsiteX3" fmla="*/ 4407207 w 4407208"/>
              <a:gd name="connsiteY3" fmla="*/ 3953725 h 4180467"/>
              <a:gd name="connsiteX4" fmla="*/ 4180465 w 4407208"/>
              <a:gd name="connsiteY4" fmla="*/ 4180467 h 4180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07208" h="4180467">
                <a:moveTo>
                  <a:pt x="0" y="2"/>
                </a:moveTo>
                <a:lnTo>
                  <a:pt x="3741330" y="0"/>
                </a:lnTo>
                <a:cubicBezTo>
                  <a:pt x="4109083" y="1"/>
                  <a:pt x="4407207" y="298124"/>
                  <a:pt x="4407208" y="665877"/>
                </a:cubicBezTo>
                <a:lnTo>
                  <a:pt x="4407207" y="3953725"/>
                </a:lnTo>
                <a:lnTo>
                  <a:pt x="4180465" y="4180467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1" name="任意多边形 30"/>
          <p:cNvSpPr/>
          <p:nvPr/>
        </p:nvSpPr>
        <p:spPr>
          <a:xfrm rot="8100000">
            <a:off x="-659710" y="-2137694"/>
            <a:ext cx="4285281" cy="3973762"/>
          </a:xfrm>
          <a:custGeom>
            <a:avLst/>
            <a:gdLst>
              <a:gd name="connsiteX0" fmla="*/ 3973761 w 4285281"/>
              <a:gd name="connsiteY0" fmla="*/ 3973762 h 3973762"/>
              <a:gd name="connsiteX1" fmla="*/ 0 w 4285281"/>
              <a:gd name="connsiteY1" fmla="*/ 1 h 3973762"/>
              <a:gd name="connsiteX2" fmla="*/ 3733660 w 4285281"/>
              <a:gd name="connsiteY2" fmla="*/ 0 h 3973762"/>
              <a:gd name="connsiteX3" fmla="*/ 4285281 w 4285281"/>
              <a:gd name="connsiteY3" fmla="*/ 551621 h 3973762"/>
              <a:gd name="connsiteX4" fmla="*/ 4285281 w 4285281"/>
              <a:gd name="connsiteY4" fmla="*/ 3662241 h 397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85281" h="3973762">
                <a:moveTo>
                  <a:pt x="3973761" y="3973762"/>
                </a:moveTo>
                <a:lnTo>
                  <a:pt x="0" y="1"/>
                </a:lnTo>
                <a:lnTo>
                  <a:pt x="3733660" y="0"/>
                </a:lnTo>
                <a:cubicBezTo>
                  <a:pt x="4038311" y="1"/>
                  <a:pt x="4285281" y="246970"/>
                  <a:pt x="4285281" y="551621"/>
                </a:cubicBezTo>
                <a:lnTo>
                  <a:pt x="4285281" y="3662241"/>
                </a:lnTo>
                <a:close/>
              </a:path>
            </a:pathLst>
          </a:custGeom>
          <a:solidFill>
            <a:srgbClr val="C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3170653" y="1226048"/>
            <a:ext cx="3851636" cy="1303065"/>
            <a:chOff x="5651362" y="1604422"/>
            <a:chExt cx="3851636" cy="1303065"/>
          </a:xfrm>
        </p:grpSpPr>
        <p:sp>
          <p:nvSpPr>
            <p:cNvPr id="65" name="任意多边形 64"/>
            <p:cNvSpPr/>
            <p:nvPr/>
          </p:nvSpPr>
          <p:spPr>
            <a:xfrm rot="2700000">
              <a:off x="5652638" y="1603146"/>
              <a:ext cx="639854" cy="642405"/>
            </a:xfrm>
            <a:custGeom>
              <a:avLst/>
              <a:gdLst>
                <a:gd name="connsiteX0" fmla="*/ 490015 w 639854"/>
                <a:gd name="connsiteY0" fmla="*/ 139923 h 642405"/>
                <a:gd name="connsiteX1" fmla="*/ 497027 w 639854"/>
                <a:gd name="connsiteY1" fmla="*/ 142827 h 642405"/>
                <a:gd name="connsiteX2" fmla="*/ 499931 w 639854"/>
                <a:gd name="connsiteY2" fmla="*/ 149839 h 642405"/>
                <a:gd name="connsiteX3" fmla="*/ 499931 w 639854"/>
                <a:gd name="connsiteY3" fmla="*/ 139923 h 642405"/>
                <a:gd name="connsiteX4" fmla="*/ 0 w 639854"/>
                <a:gd name="connsiteY4" fmla="*/ 269028 h 642405"/>
                <a:gd name="connsiteX5" fmla="*/ 126280 w 639854"/>
                <a:gd name="connsiteY5" fmla="*/ 142749 h 642405"/>
                <a:gd name="connsiteX6" fmla="*/ 126280 w 639854"/>
                <a:gd name="connsiteY6" fmla="*/ 142749 h 642405"/>
                <a:gd name="connsiteX7" fmla="*/ 129106 w 639854"/>
                <a:gd name="connsiteY7" fmla="*/ 139923 h 642405"/>
                <a:gd name="connsiteX8" fmla="*/ 129106 w 639854"/>
                <a:gd name="connsiteY8" fmla="*/ 139923 h 642405"/>
                <a:gd name="connsiteX9" fmla="*/ 255385 w 639854"/>
                <a:gd name="connsiteY9" fmla="*/ 13643 h 642405"/>
                <a:gd name="connsiteX10" fmla="*/ 255386 w 639854"/>
                <a:gd name="connsiteY10" fmla="*/ 13643 h 642405"/>
                <a:gd name="connsiteX11" fmla="*/ 269029 w 639854"/>
                <a:gd name="connsiteY11" fmla="*/ 0 h 642405"/>
                <a:gd name="connsiteX12" fmla="*/ 593006 w 639854"/>
                <a:gd name="connsiteY12" fmla="*/ 0 h 642405"/>
                <a:gd name="connsiteX13" fmla="*/ 639854 w 639854"/>
                <a:gd name="connsiteY13" fmla="*/ 46848 h 642405"/>
                <a:gd name="connsiteX14" fmla="*/ 639854 w 639854"/>
                <a:gd name="connsiteY14" fmla="*/ 373376 h 642405"/>
                <a:gd name="connsiteX15" fmla="*/ 513574 w 639854"/>
                <a:gd name="connsiteY15" fmla="*/ 499656 h 642405"/>
                <a:gd name="connsiteX16" fmla="*/ 513575 w 639854"/>
                <a:gd name="connsiteY16" fmla="*/ 499655 h 642405"/>
                <a:gd name="connsiteX17" fmla="*/ 510748 w 639854"/>
                <a:gd name="connsiteY17" fmla="*/ 502482 h 642405"/>
                <a:gd name="connsiteX18" fmla="*/ 510748 w 639854"/>
                <a:gd name="connsiteY18" fmla="*/ 502482 h 642405"/>
                <a:gd name="connsiteX19" fmla="*/ 384469 w 639854"/>
                <a:gd name="connsiteY19" fmla="*/ 628762 h 642405"/>
                <a:gd name="connsiteX20" fmla="*/ 384469 w 639854"/>
                <a:gd name="connsiteY20" fmla="*/ 628761 h 642405"/>
                <a:gd name="connsiteX21" fmla="*/ 370825 w 639854"/>
                <a:gd name="connsiteY21" fmla="*/ 642405 h 642405"/>
                <a:gd name="connsiteX22" fmla="*/ 370825 w 639854"/>
                <a:gd name="connsiteY22" fmla="*/ 269028 h 642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39854" h="642405">
                  <a:moveTo>
                    <a:pt x="490015" y="139923"/>
                  </a:moveTo>
                  <a:lnTo>
                    <a:pt x="497027" y="142827"/>
                  </a:lnTo>
                  <a:lnTo>
                    <a:pt x="499931" y="149839"/>
                  </a:lnTo>
                  <a:lnTo>
                    <a:pt x="499931" y="139923"/>
                  </a:lnTo>
                  <a:close/>
                  <a:moveTo>
                    <a:pt x="0" y="269028"/>
                  </a:moveTo>
                  <a:lnTo>
                    <a:pt x="126280" y="142749"/>
                  </a:lnTo>
                  <a:lnTo>
                    <a:pt x="126280" y="142749"/>
                  </a:lnTo>
                  <a:lnTo>
                    <a:pt x="129106" y="139923"/>
                  </a:lnTo>
                  <a:lnTo>
                    <a:pt x="129106" y="139923"/>
                  </a:lnTo>
                  <a:lnTo>
                    <a:pt x="255385" y="13643"/>
                  </a:lnTo>
                  <a:lnTo>
                    <a:pt x="255386" y="13643"/>
                  </a:lnTo>
                  <a:lnTo>
                    <a:pt x="269029" y="0"/>
                  </a:lnTo>
                  <a:lnTo>
                    <a:pt x="593006" y="0"/>
                  </a:lnTo>
                  <a:cubicBezTo>
                    <a:pt x="618879" y="0"/>
                    <a:pt x="639854" y="20975"/>
                    <a:pt x="639854" y="46848"/>
                  </a:cubicBezTo>
                  <a:lnTo>
                    <a:pt x="639854" y="373376"/>
                  </a:lnTo>
                  <a:lnTo>
                    <a:pt x="513574" y="499656"/>
                  </a:lnTo>
                  <a:lnTo>
                    <a:pt x="513575" y="499655"/>
                  </a:lnTo>
                  <a:lnTo>
                    <a:pt x="510748" y="502482"/>
                  </a:lnTo>
                  <a:lnTo>
                    <a:pt x="510748" y="502482"/>
                  </a:lnTo>
                  <a:lnTo>
                    <a:pt x="384469" y="628762"/>
                  </a:lnTo>
                  <a:lnTo>
                    <a:pt x="384469" y="628761"/>
                  </a:lnTo>
                  <a:lnTo>
                    <a:pt x="370825" y="642405"/>
                  </a:lnTo>
                  <a:lnTo>
                    <a:pt x="370825" y="269028"/>
                  </a:lnTo>
                  <a:close/>
                </a:path>
              </a:pathLst>
            </a:custGeom>
            <a:solidFill>
              <a:srgbClr val="5D999F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6552254" y="1707158"/>
              <a:ext cx="2950744" cy="1200329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l">
                <a:buNone/>
              </a:pPr>
              <a:r>
                <a:rPr lang="fr-FR" sz="2400" i="0" dirty="0">
                  <a:solidFill>
                    <a:srgbClr val="1F1F1F"/>
                  </a:solidFill>
                  <a:effectLst/>
                  <a:latin typeface="Google Sans"/>
                </a:rPr>
                <a:t>Introduction général</a:t>
              </a:r>
              <a:r>
                <a:rPr lang="fr-FR" sz="2400" dirty="0">
                  <a:solidFill>
                    <a:srgbClr val="1F1F1F"/>
                  </a:solidFill>
                  <a:latin typeface="Google Sans"/>
                </a:rPr>
                <a:t>e</a:t>
              </a:r>
              <a:endParaRPr lang="fr-FR" sz="2400" i="0" dirty="0">
                <a:solidFill>
                  <a:srgbClr val="1F1F1F"/>
                </a:solidFill>
                <a:effectLst/>
                <a:latin typeface="Google Sans"/>
              </a:endParaRPr>
            </a:p>
            <a:p>
              <a:pPr>
                <a:buNone/>
              </a:pPr>
              <a:br>
                <a:rPr lang="fr-FR" sz="2400" b="0" i="0" dirty="0">
                  <a:solidFill>
                    <a:srgbClr val="1F1F1F"/>
                  </a:solidFill>
                  <a:effectLst/>
                  <a:latin typeface="Google Sans"/>
                </a:rPr>
              </a:br>
              <a:endParaRPr lang="en-US" sz="2400" b="1" spc="348" dirty="0">
                <a:solidFill>
                  <a:schemeClr val="bg2">
                    <a:lumMod val="50000"/>
                  </a:schemeClr>
                </a:solidFill>
                <a:latin typeface="DM Sans Bold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5928061" y="1702200"/>
              <a:ext cx="3738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2400" b="1" i="1" dirty="0">
                  <a:solidFill>
                    <a:schemeClr val="bg1"/>
                  </a:solidFill>
                  <a:cs typeface="+mn-ea"/>
                  <a:sym typeface="+mn-lt"/>
                </a:rPr>
                <a:t>1</a:t>
              </a:r>
              <a:endParaRPr lang="zh-CN" altLang="en-US" sz="2400" b="1" i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3153697" y="2949764"/>
            <a:ext cx="7547046" cy="653443"/>
            <a:chOff x="5651363" y="2567155"/>
            <a:chExt cx="7547046" cy="653443"/>
          </a:xfrm>
        </p:grpSpPr>
        <p:sp>
          <p:nvSpPr>
            <p:cNvPr id="66" name="任意多边形 65"/>
            <p:cNvSpPr/>
            <p:nvPr/>
          </p:nvSpPr>
          <p:spPr>
            <a:xfrm rot="2700000">
              <a:off x="5652639" y="2579468"/>
              <a:ext cx="639854" cy="642405"/>
            </a:xfrm>
            <a:custGeom>
              <a:avLst/>
              <a:gdLst>
                <a:gd name="connsiteX0" fmla="*/ 490015 w 639854"/>
                <a:gd name="connsiteY0" fmla="*/ 139923 h 642405"/>
                <a:gd name="connsiteX1" fmla="*/ 497027 w 639854"/>
                <a:gd name="connsiteY1" fmla="*/ 142827 h 642405"/>
                <a:gd name="connsiteX2" fmla="*/ 499931 w 639854"/>
                <a:gd name="connsiteY2" fmla="*/ 149839 h 642405"/>
                <a:gd name="connsiteX3" fmla="*/ 499931 w 639854"/>
                <a:gd name="connsiteY3" fmla="*/ 139923 h 642405"/>
                <a:gd name="connsiteX4" fmla="*/ 0 w 639854"/>
                <a:gd name="connsiteY4" fmla="*/ 269028 h 642405"/>
                <a:gd name="connsiteX5" fmla="*/ 126280 w 639854"/>
                <a:gd name="connsiteY5" fmla="*/ 142749 h 642405"/>
                <a:gd name="connsiteX6" fmla="*/ 126280 w 639854"/>
                <a:gd name="connsiteY6" fmla="*/ 142749 h 642405"/>
                <a:gd name="connsiteX7" fmla="*/ 129106 w 639854"/>
                <a:gd name="connsiteY7" fmla="*/ 139923 h 642405"/>
                <a:gd name="connsiteX8" fmla="*/ 129106 w 639854"/>
                <a:gd name="connsiteY8" fmla="*/ 139923 h 642405"/>
                <a:gd name="connsiteX9" fmla="*/ 255385 w 639854"/>
                <a:gd name="connsiteY9" fmla="*/ 13643 h 642405"/>
                <a:gd name="connsiteX10" fmla="*/ 255386 w 639854"/>
                <a:gd name="connsiteY10" fmla="*/ 13643 h 642405"/>
                <a:gd name="connsiteX11" fmla="*/ 269029 w 639854"/>
                <a:gd name="connsiteY11" fmla="*/ 0 h 642405"/>
                <a:gd name="connsiteX12" fmla="*/ 593006 w 639854"/>
                <a:gd name="connsiteY12" fmla="*/ 0 h 642405"/>
                <a:gd name="connsiteX13" fmla="*/ 639854 w 639854"/>
                <a:gd name="connsiteY13" fmla="*/ 46848 h 642405"/>
                <a:gd name="connsiteX14" fmla="*/ 639854 w 639854"/>
                <a:gd name="connsiteY14" fmla="*/ 373376 h 642405"/>
                <a:gd name="connsiteX15" fmla="*/ 513574 w 639854"/>
                <a:gd name="connsiteY15" fmla="*/ 499656 h 642405"/>
                <a:gd name="connsiteX16" fmla="*/ 513575 w 639854"/>
                <a:gd name="connsiteY16" fmla="*/ 499655 h 642405"/>
                <a:gd name="connsiteX17" fmla="*/ 510748 w 639854"/>
                <a:gd name="connsiteY17" fmla="*/ 502482 h 642405"/>
                <a:gd name="connsiteX18" fmla="*/ 510748 w 639854"/>
                <a:gd name="connsiteY18" fmla="*/ 502482 h 642405"/>
                <a:gd name="connsiteX19" fmla="*/ 384469 w 639854"/>
                <a:gd name="connsiteY19" fmla="*/ 628762 h 642405"/>
                <a:gd name="connsiteX20" fmla="*/ 384469 w 639854"/>
                <a:gd name="connsiteY20" fmla="*/ 628761 h 642405"/>
                <a:gd name="connsiteX21" fmla="*/ 370825 w 639854"/>
                <a:gd name="connsiteY21" fmla="*/ 642405 h 642405"/>
                <a:gd name="connsiteX22" fmla="*/ 370825 w 639854"/>
                <a:gd name="connsiteY22" fmla="*/ 269028 h 642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39854" h="642405">
                  <a:moveTo>
                    <a:pt x="490015" y="139923"/>
                  </a:moveTo>
                  <a:lnTo>
                    <a:pt x="497027" y="142827"/>
                  </a:lnTo>
                  <a:lnTo>
                    <a:pt x="499931" y="149839"/>
                  </a:lnTo>
                  <a:lnTo>
                    <a:pt x="499931" y="139923"/>
                  </a:lnTo>
                  <a:close/>
                  <a:moveTo>
                    <a:pt x="0" y="269028"/>
                  </a:moveTo>
                  <a:lnTo>
                    <a:pt x="126280" y="142749"/>
                  </a:lnTo>
                  <a:lnTo>
                    <a:pt x="126280" y="142749"/>
                  </a:lnTo>
                  <a:lnTo>
                    <a:pt x="129106" y="139923"/>
                  </a:lnTo>
                  <a:lnTo>
                    <a:pt x="129106" y="139923"/>
                  </a:lnTo>
                  <a:lnTo>
                    <a:pt x="255385" y="13643"/>
                  </a:lnTo>
                  <a:lnTo>
                    <a:pt x="255386" y="13643"/>
                  </a:lnTo>
                  <a:lnTo>
                    <a:pt x="269029" y="0"/>
                  </a:lnTo>
                  <a:lnTo>
                    <a:pt x="593006" y="0"/>
                  </a:lnTo>
                  <a:cubicBezTo>
                    <a:pt x="618879" y="0"/>
                    <a:pt x="639854" y="20975"/>
                    <a:pt x="639854" y="46848"/>
                  </a:cubicBezTo>
                  <a:lnTo>
                    <a:pt x="639854" y="373376"/>
                  </a:lnTo>
                  <a:lnTo>
                    <a:pt x="513574" y="499656"/>
                  </a:lnTo>
                  <a:lnTo>
                    <a:pt x="513575" y="499655"/>
                  </a:lnTo>
                  <a:lnTo>
                    <a:pt x="510748" y="502482"/>
                  </a:lnTo>
                  <a:lnTo>
                    <a:pt x="510748" y="502482"/>
                  </a:lnTo>
                  <a:lnTo>
                    <a:pt x="384469" y="628762"/>
                  </a:lnTo>
                  <a:lnTo>
                    <a:pt x="384469" y="628761"/>
                  </a:lnTo>
                  <a:lnTo>
                    <a:pt x="370825" y="642405"/>
                  </a:lnTo>
                  <a:lnTo>
                    <a:pt x="370825" y="269028"/>
                  </a:lnTo>
                  <a:close/>
                </a:path>
              </a:pathLst>
            </a:custGeom>
            <a:solidFill>
              <a:srgbClr val="5D999F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5894488" y="2567155"/>
              <a:ext cx="7303921" cy="584405"/>
              <a:chOff x="5894488" y="2567155"/>
              <a:chExt cx="7303921" cy="584405"/>
            </a:xfrm>
          </p:grpSpPr>
          <p:sp>
            <p:nvSpPr>
              <p:cNvPr id="49" name="文本框 48"/>
              <p:cNvSpPr txBox="1"/>
              <p:nvPr/>
            </p:nvSpPr>
            <p:spPr>
              <a:xfrm>
                <a:off x="6243941" y="2567155"/>
                <a:ext cx="695446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r>
                  <a:rPr lang="fr-FR" sz="2400" dirty="0">
                    <a:solidFill>
                      <a:srgbClr val="1F1F1F"/>
                    </a:solidFill>
                    <a:latin typeface="Google Sans"/>
                  </a:rPr>
                  <a:t>     Technologies et Environnement de développement</a:t>
                </a:r>
              </a:p>
            </p:txBody>
          </p:sp>
          <p:sp>
            <p:nvSpPr>
              <p:cNvPr id="52" name="文本框 51"/>
              <p:cNvSpPr txBox="1"/>
              <p:nvPr/>
            </p:nvSpPr>
            <p:spPr>
              <a:xfrm>
                <a:off x="5894488" y="2689895"/>
                <a:ext cx="3738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/>
              <a:p>
                <a:pPr algn="ctr"/>
                <a:r>
                  <a:rPr lang="en-US" altLang="zh-CN" sz="2400" b="1" i="1" dirty="0">
                    <a:solidFill>
                      <a:schemeClr val="bg1"/>
                    </a:solidFill>
                    <a:cs typeface="+mn-ea"/>
                    <a:sym typeface="+mn-lt"/>
                  </a:rPr>
                  <a:t>3</a:t>
                </a:r>
                <a:endParaRPr lang="zh-CN" altLang="en-US" sz="2400" b="1" i="1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3" name="组合 72"/>
          <p:cNvGrpSpPr/>
          <p:nvPr/>
        </p:nvGrpSpPr>
        <p:grpSpPr>
          <a:xfrm>
            <a:off x="3150319" y="3800015"/>
            <a:ext cx="3082996" cy="1207857"/>
            <a:chOff x="5651363" y="3557063"/>
            <a:chExt cx="3082996" cy="1207857"/>
          </a:xfrm>
        </p:grpSpPr>
        <p:sp>
          <p:nvSpPr>
            <p:cNvPr id="67" name="任意多边形 66"/>
            <p:cNvSpPr/>
            <p:nvPr/>
          </p:nvSpPr>
          <p:spPr>
            <a:xfrm rot="2700000">
              <a:off x="5652639" y="3555787"/>
              <a:ext cx="639854" cy="642405"/>
            </a:xfrm>
            <a:custGeom>
              <a:avLst/>
              <a:gdLst>
                <a:gd name="connsiteX0" fmla="*/ 490015 w 639854"/>
                <a:gd name="connsiteY0" fmla="*/ 139923 h 642405"/>
                <a:gd name="connsiteX1" fmla="*/ 497027 w 639854"/>
                <a:gd name="connsiteY1" fmla="*/ 142827 h 642405"/>
                <a:gd name="connsiteX2" fmla="*/ 499931 w 639854"/>
                <a:gd name="connsiteY2" fmla="*/ 149839 h 642405"/>
                <a:gd name="connsiteX3" fmla="*/ 499931 w 639854"/>
                <a:gd name="connsiteY3" fmla="*/ 139923 h 642405"/>
                <a:gd name="connsiteX4" fmla="*/ 0 w 639854"/>
                <a:gd name="connsiteY4" fmla="*/ 269028 h 642405"/>
                <a:gd name="connsiteX5" fmla="*/ 126280 w 639854"/>
                <a:gd name="connsiteY5" fmla="*/ 142749 h 642405"/>
                <a:gd name="connsiteX6" fmla="*/ 126280 w 639854"/>
                <a:gd name="connsiteY6" fmla="*/ 142749 h 642405"/>
                <a:gd name="connsiteX7" fmla="*/ 129106 w 639854"/>
                <a:gd name="connsiteY7" fmla="*/ 139923 h 642405"/>
                <a:gd name="connsiteX8" fmla="*/ 129106 w 639854"/>
                <a:gd name="connsiteY8" fmla="*/ 139923 h 642405"/>
                <a:gd name="connsiteX9" fmla="*/ 255385 w 639854"/>
                <a:gd name="connsiteY9" fmla="*/ 13643 h 642405"/>
                <a:gd name="connsiteX10" fmla="*/ 255386 w 639854"/>
                <a:gd name="connsiteY10" fmla="*/ 13643 h 642405"/>
                <a:gd name="connsiteX11" fmla="*/ 269029 w 639854"/>
                <a:gd name="connsiteY11" fmla="*/ 0 h 642405"/>
                <a:gd name="connsiteX12" fmla="*/ 593006 w 639854"/>
                <a:gd name="connsiteY12" fmla="*/ 0 h 642405"/>
                <a:gd name="connsiteX13" fmla="*/ 639854 w 639854"/>
                <a:gd name="connsiteY13" fmla="*/ 46848 h 642405"/>
                <a:gd name="connsiteX14" fmla="*/ 639854 w 639854"/>
                <a:gd name="connsiteY14" fmla="*/ 373376 h 642405"/>
                <a:gd name="connsiteX15" fmla="*/ 513574 w 639854"/>
                <a:gd name="connsiteY15" fmla="*/ 499656 h 642405"/>
                <a:gd name="connsiteX16" fmla="*/ 513575 w 639854"/>
                <a:gd name="connsiteY16" fmla="*/ 499655 h 642405"/>
                <a:gd name="connsiteX17" fmla="*/ 510748 w 639854"/>
                <a:gd name="connsiteY17" fmla="*/ 502482 h 642405"/>
                <a:gd name="connsiteX18" fmla="*/ 510748 w 639854"/>
                <a:gd name="connsiteY18" fmla="*/ 502482 h 642405"/>
                <a:gd name="connsiteX19" fmla="*/ 384469 w 639854"/>
                <a:gd name="connsiteY19" fmla="*/ 628762 h 642405"/>
                <a:gd name="connsiteX20" fmla="*/ 384469 w 639854"/>
                <a:gd name="connsiteY20" fmla="*/ 628761 h 642405"/>
                <a:gd name="connsiteX21" fmla="*/ 370825 w 639854"/>
                <a:gd name="connsiteY21" fmla="*/ 642405 h 642405"/>
                <a:gd name="connsiteX22" fmla="*/ 370825 w 639854"/>
                <a:gd name="connsiteY22" fmla="*/ 269028 h 642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39854" h="642405">
                  <a:moveTo>
                    <a:pt x="490015" y="139923"/>
                  </a:moveTo>
                  <a:lnTo>
                    <a:pt x="497027" y="142827"/>
                  </a:lnTo>
                  <a:lnTo>
                    <a:pt x="499931" y="149839"/>
                  </a:lnTo>
                  <a:lnTo>
                    <a:pt x="499931" y="139923"/>
                  </a:lnTo>
                  <a:close/>
                  <a:moveTo>
                    <a:pt x="0" y="269028"/>
                  </a:moveTo>
                  <a:lnTo>
                    <a:pt x="126280" y="142749"/>
                  </a:lnTo>
                  <a:lnTo>
                    <a:pt x="126280" y="142749"/>
                  </a:lnTo>
                  <a:lnTo>
                    <a:pt x="129106" y="139923"/>
                  </a:lnTo>
                  <a:lnTo>
                    <a:pt x="129106" y="139923"/>
                  </a:lnTo>
                  <a:lnTo>
                    <a:pt x="255385" y="13643"/>
                  </a:lnTo>
                  <a:lnTo>
                    <a:pt x="255386" y="13643"/>
                  </a:lnTo>
                  <a:lnTo>
                    <a:pt x="269029" y="0"/>
                  </a:lnTo>
                  <a:lnTo>
                    <a:pt x="593006" y="0"/>
                  </a:lnTo>
                  <a:cubicBezTo>
                    <a:pt x="618879" y="0"/>
                    <a:pt x="639854" y="20975"/>
                    <a:pt x="639854" y="46848"/>
                  </a:cubicBezTo>
                  <a:lnTo>
                    <a:pt x="639854" y="373376"/>
                  </a:lnTo>
                  <a:lnTo>
                    <a:pt x="513574" y="499656"/>
                  </a:lnTo>
                  <a:lnTo>
                    <a:pt x="513575" y="499655"/>
                  </a:lnTo>
                  <a:lnTo>
                    <a:pt x="510748" y="502482"/>
                  </a:lnTo>
                  <a:lnTo>
                    <a:pt x="510748" y="502482"/>
                  </a:lnTo>
                  <a:lnTo>
                    <a:pt x="384469" y="628762"/>
                  </a:lnTo>
                  <a:lnTo>
                    <a:pt x="384469" y="628761"/>
                  </a:lnTo>
                  <a:lnTo>
                    <a:pt x="370825" y="642405"/>
                  </a:lnTo>
                  <a:lnTo>
                    <a:pt x="370825" y="269028"/>
                  </a:lnTo>
                  <a:close/>
                </a:path>
              </a:pathLst>
            </a:custGeom>
            <a:solidFill>
              <a:srgbClr val="5D999F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6611085" y="3564591"/>
              <a:ext cx="2123274" cy="1200329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buNone/>
              </a:pPr>
              <a:r>
                <a:rPr lang="fr-FR" sz="2400" dirty="0">
                  <a:solidFill>
                    <a:srgbClr val="1F1F1F"/>
                  </a:solidFill>
                  <a:latin typeface="Google Sans"/>
                </a:rPr>
                <a:t>Cadre de projet</a:t>
              </a:r>
              <a:endParaRPr lang="fr-FR" sz="2400" b="0" i="0" dirty="0">
                <a:solidFill>
                  <a:srgbClr val="1F1F1F"/>
                </a:solidFill>
                <a:effectLst/>
                <a:latin typeface="Google Sans"/>
              </a:endParaRPr>
            </a:p>
            <a:p>
              <a:pPr>
                <a:buNone/>
              </a:pPr>
              <a:br>
                <a:rPr lang="fr-FR" sz="2400" b="0" i="0" dirty="0">
                  <a:solidFill>
                    <a:srgbClr val="1F1F1F"/>
                  </a:solidFill>
                  <a:effectLst/>
                  <a:latin typeface="Google Sans"/>
                </a:rPr>
              </a:br>
              <a:endParaRPr lang="en-US" sz="2400" b="1" spc="348" dirty="0">
                <a:solidFill>
                  <a:schemeClr val="bg2">
                    <a:lumMod val="50000"/>
                  </a:schemeClr>
                </a:solidFill>
                <a:latin typeface="DM Sans Bold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5948317" y="3644218"/>
              <a:ext cx="3738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2400" b="1" i="1" dirty="0">
                  <a:solidFill>
                    <a:schemeClr val="bg1"/>
                  </a:solidFill>
                  <a:cs typeface="+mn-ea"/>
                  <a:sym typeface="+mn-lt"/>
                </a:rPr>
                <a:t>4</a:t>
              </a:r>
              <a:endParaRPr lang="zh-CN" altLang="en-US" sz="2400" b="1" i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4" name="组合 73"/>
          <p:cNvGrpSpPr/>
          <p:nvPr/>
        </p:nvGrpSpPr>
        <p:grpSpPr>
          <a:xfrm>
            <a:off x="3149507" y="5413540"/>
            <a:ext cx="4505822" cy="703665"/>
            <a:chOff x="5651363" y="4475563"/>
            <a:chExt cx="4505822" cy="703665"/>
          </a:xfrm>
        </p:grpSpPr>
        <p:sp>
          <p:nvSpPr>
            <p:cNvPr id="68" name="任意多边形 67"/>
            <p:cNvSpPr/>
            <p:nvPr/>
          </p:nvSpPr>
          <p:spPr>
            <a:xfrm rot="2700000">
              <a:off x="5652639" y="4538098"/>
              <a:ext cx="639854" cy="642405"/>
            </a:xfrm>
            <a:custGeom>
              <a:avLst/>
              <a:gdLst>
                <a:gd name="connsiteX0" fmla="*/ 490015 w 639854"/>
                <a:gd name="connsiteY0" fmla="*/ 139923 h 642405"/>
                <a:gd name="connsiteX1" fmla="*/ 497027 w 639854"/>
                <a:gd name="connsiteY1" fmla="*/ 142827 h 642405"/>
                <a:gd name="connsiteX2" fmla="*/ 499931 w 639854"/>
                <a:gd name="connsiteY2" fmla="*/ 149839 h 642405"/>
                <a:gd name="connsiteX3" fmla="*/ 499931 w 639854"/>
                <a:gd name="connsiteY3" fmla="*/ 139923 h 642405"/>
                <a:gd name="connsiteX4" fmla="*/ 0 w 639854"/>
                <a:gd name="connsiteY4" fmla="*/ 269028 h 642405"/>
                <a:gd name="connsiteX5" fmla="*/ 126280 w 639854"/>
                <a:gd name="connsiteY5" fmla="*/ 142749 h 642405"/>
                <a:gd name="connsiteX6" fmla="*/ 126280 w 639854"/>
                <a:gd name="connsiteY6" fmla="*/ 142749 h 642405"/>
                <a:gd name="connsiteX7" fmla="*/ 129106 w 639854"/>
                <a:gd name="connsiteY7" fmla="*/ 139923 h 642405"/>
                <a:gd name="connsiteX8" fmla="*/ 129106 w 639854"/>
                <a:gd name="connsiteY8" fmla="*/ 139923 h 642405"/>
                <a:gd name="connsiteX9" fmla="*/ 255385 w 639854"/>
                <a:gd name="connsiteY9" fmla="*/ 13643 h 642405"/>
                <a:gd name="connsiteX10" fmla="*/ 255386 w 639854"/>
                <a:gd name="connsiteY10" fmla="*/ 13643 h 642405"/>
                <a:gd name="connsiteX11" fmla="*/ 269029 w 639854"/>
                <a:gd name="connsiteY11" fmla="*/ 0 h 642405"/>
                <a:gd name="connsiteX12" fmla="*/ 593006 w 639854"/>
                <a:gd name="connsiteY12" fmla="*/ 0 h 642405"/>
                <a:gd name="connsiteX13" fmla="*/ 639854 w 639854"/>
                <a:gd name="connsiteY13" fmla="*/ 46848 h 642405"/>
                <a:gd name="connsiteX14" fmla="*/ 639854 w 639854"/>
                <a:gd name="connsiteY14" fmla="*/ 373376 h 642405"/>
                <a:gd name="connsiteX15" fmla="*/ 513574 w 639854"/>
                <a:gd name="connsiteY15" fmla="*/ 499656 h 642405"/>
                <a:gd name="connsiteX16" fmla="*/ 513575 w 639854"/>
                <a:gd name="connsiteY16" fmla="*/ 499655 h 642405"/>
                <a:gd name="connsiteX17" fmla="*/ 510748 w 639854"/>
                <a:gd name="connsiteY17" fmla="*/ 502482 h 642405"/>
                <a:gd name="connsiteX18" fmla="*/ 510748 w 639854"/>
                <a:gd name="connsiteY18" fmla="*/ 502482 h 642405"/>
                <a:gd name="connsiteX19" fmla="*/ 384469 w 639854"/>
                <a:gd name="connsiteY19" fmla="*/ 628762 h 642405"/>
                <a:gd name="connsiteX20" fmla="*/ 384469 w 639854"/>
                <a:gd name="connsiteY20" fmla="*/ 628761 h 642405"/>
                <a:gd name="connsiteX21" fmla="*/ 370825 w 639854"/>
                <a:gd name="connsiteY21" fmla="*/ 642405 h 642405"/>
                <a:gd name="connsiteX22" fmla="*/ 370825 w 639854"/>
                <a:gd name="connsiteY22" fmla="*/ 269028 h 642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39854" h="642405">
                  <a:moveTo>
                    <a:pt x="490015" y="139923"/>
                  </a:moveTo>
                  <a:lnTo>
                    <a:pt x="497027" y="142827"/>
                  </a:lnTo>
                  <a:lnTo>
                    <a:pt x="499931" y="149839"/>
                  </a:lnTo>
                  <a:lnTo>
                    <a:pt x="499931" y="139923"/>
                  </a:lnTo>
                  <a:close/>
                  <a:moveTo>
                    <a:pt x="0" y="269028"/>
                  </a:moveTo>
                  <a:lnTo>
                    <a:pt x="126280" y="142749"/>
                  </a:lnTo>
                  <a:lnTo>
                    <a:pt x="126280" y="142749"/>
                  </a:lnTo>
                  <a:lnTo>
                    <a:pt x="129106" y="139923"/>
                  </a:lnTo>
                  <a:lnTo>
                    <a:pt x="129106" y="139923"/>
                  </a:lnTo>
                  <a:lnTo>
                    <a:pt x="255385" y="13643"/>
                  </a:lnTo>
                  <a:lnTo>
                    <a:pt x="255386" y="13643"/>
                  </a:lnTo>
                  <a:lnTo>
                    <a:pt x="269029" y="0"/>
                  </a:lnTo>
                  <a:lnTo>
                    <a:pt x="593006" y="0"/>
                  </a:lnTo>
                  <a:cubicBezTo>
                    <a:pt x="618879" y="0"/>
                    <a:pt x="639854" y="20975"/>
                    <a:pt x="639854" y="46848"/>
                  </a:cubicBezTo>
                  <a:lnTo>
                    <a:pt x="639854" y="373376"/>
                  </a:lnTo>
                  <a:lnTo>
                    <a:pt x="513574" y="499656"/>
                  </a:lnTo>
                  <a:lnTo>
                    <a:pt x="513575" y="499655"/>
                  </a:lnTo>
                  <a:lnTo>
                    <a:pt x="510748" y="502482"/>
                  </a:lnTo>
                  <a:lnTo>
                    <a:pt x="510748" y="502482"/>
                  </a:lnTo>
                  <a:lnTo>
                    <a:pt x="384469" y="628762"/>
                  </a:lnTo>
                  <a:lnTo>
                    <a:pt x="384469" y="628761"/>
                  </a:lnTo>
                  <a:lnTo>
                    <a:pt x="370825" y="642405"/>
                  </a:lnTo>
                  <a:lnTo>
                    <a:pt x="370825" y="269028"/>
                  </a:lnTo>
                  <a:close/>
                </a:path>
              </a:pathLst>
            </a:custGeom>
            <a:solidFill>
              <a:srgbClr val="5D999F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6259643" y="4475563"/>
              <a:ext cx="3897542" cy="649986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384613" lvl="1">
                <a:lnSpc>
                  <a:spcPts val="4916"/>
                </a:lnSpc>
              </a:pPr>
              <a:r>
                <a:rPr lang="fr-FR" sz="2400" b="0" i="0" dirty="0">
                  <a:solidFill>
                    <a:srgbClr val="1F1F1F"/>
                  </a:solidFill>
                  <a:effectLst/>
                  <a:latin typeface="Google Sans"/>
                </a:rPr>
                <a:t>Conclusion et perspectives</a:t>
              </a:r>
              <a:endParaRPr lang="en-US" sz="2400" b="1" spc="348" dirty="0">
                <a:solidFill>
                  <a:schemeClr val="bg2">
                    <a:lumMod val="50000"/>
                  </a:schemeClr>
                </a:solidFill>
                <a:latin typeface="DM Sans Bold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5949105" y="4612440"/>
              <a:ext cx="3738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2400" b="1" i="1" dirty="0">
                  <a:solidFill>
                    <a:schemeClr val="bg1"/>
                  </a:solidFill>
                  <a:cs typeface="+mn-ea"/>
                  <a:sym typeface="+mn-lt"/>
                </a:rPr>
                <a:t>6</a:t>
              </a:r>
              <a:endParaRPr lang="zh-CN" altLang="en-US" sz="2400" b="1" i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69" name="文本框 68"/>
          <p:cNvSpPr txBox="1"/>
          <p:nvPr/>
        </p:nvSpPr>
        <p:spPr>
          <a:xfrm>
            <a:off x="446937" y="368796"/>
            <a:ext cx="1822935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cs typeface="+mn-ea"/>
                <a:sym typeface="+mn-lt"/>
              </a:rPr>
              <a:t>P L A N </a:t>
            </a:r>
            <a:endParaRPr lang="zh-CN" altLang="en-US" sz="3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E9C7B41C-09F3-5023-C6A4-E06E0BE5A1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2021" y="215824"/>
            <a:ext cx="1758429" cy="684224"/>
          </a:xfrm>
          <a:prstGeom prst="rect">
            <a:avLst/>
          </a:prstGeom>
        </p:spPr>
      </p:pic>
      <p:grpSp>
        <p:nvGrpSpPr>
          <p:cNvPr id="2" name="组合 69">
            <a:extLst>
              <a:ext uri="{FF2B5EF4-FFF2-40B4-BE49-F238E27FC236}">
                <a16:creationId xmlns:a16="http://schemas.microsoft.com/office/drawing/2014/main" id="{A8587D02-08FC-8CB1-C26E-E6780122CB59}"/>
              </a:ext>
            </a:extLst>
          </p:cNvPr>
          <p:cNvGrpSpPr/>
          <p:nvPr/>
        </p:nvGrpSpPr>
        <p:grpSpPr>
          <a:xfrm>
            <a:off x="3132638" y="2051352"/>
            <a:ext cx="4427050" cy="1303065"/>
            <a:chOff x="5651362" y="1604422"/>
            <a:chExt cx="4427050" cy="1303065"/>
          </a:xfrm>
        </p:grpSpPr>
        <p:sp>
          <p:nvSpPr>
            <p:cNvPr id="3" name="任意多边形 64">
              <a:extLst>
                <a:ext uri="{FF2B5EF4-FFF2-40B4-BE49-F238E27FC236}">
                  <a16:creationId xmlns:a16="http://schemas.microsoft.com/office/drawing/2014/main" id="{F05B10EF-E829-921B-5664-4CDC99CD34DE}"/>
                </a:ext>
              </a:extLst>
            </p:cNvPr>
            <p:cNvSpPr/>
            <p:nvPr/>
          </p:nvSpPr>
          <p:spPr>
            <a:xfrm rot="2700000">
              <a:off x="5652638" y="1603146"/>
              <a:ext cx="639854" cy="642405"/>
            </a:xfrm>
            <a:custGeom>
              <a:avLst/>
              <a:gdLst>
                <a:gd name="connsiteX0" fmla="*/ 490015 w 639854"/>
                <a:gd name="connsiteY0" fmla="*/ 139923 h 642405"/>
                <a:gd name="connsiteX1" fmla="*/ 497027 w 639854"/>
                <a:gd name="connsiteY1" fmla="*/ 142827 h 642405"/>
                <a:gd name="connsiteX2" fmla="*/ 499931 w 639854"/>
                <a:gd name="connsiteY2" fmla="*/ 149839 h 642405"/>
                <a:gd name="connsiteX3" fmla="*/ 499931 w 639854"/>
                <a:gd name="connsiteY3" fmla="*/ 139923 h 642405"/>
                <a:gd name="connsiteX4" fmla="*/ 0 w 639854"/>
                <a:gd name="connsiteY4" fmla="*/ 269028 h 642405"/>
                <a:gd name="connsiteX5" fmla="*/ 126280 w 639854"/>
                <a:gd name="connsiteY5" fmla="*/ 142749 h 642405"/>
                <a:gd name="connsiteX6" fmla="*/ 126280 w 639854"/>
                <a:gd name="connsiteY6" fmla="*/ 142749 h 642405"/>
                <a:gd name="connsiteX7" fmla="*/ 129106 w 639854"/>
                <a:gd name="connsiteY7" fmla="*/ 139923 h 642405"/>
                <a:gd name="connsiteX8" fmla="*/ 129106 w 639854"/>
                <a:gd name="connsiteY8" fmla="*/ 139923 h 642405"/>
                <a:gd name="connsiteX9" fmla="*/ 255385 w 639854"/>
                <a:gd name="connsiteY9" fmla="*/ 13643 h 642405"/>
                <a:gd name="connsiteX10" fmla="*/ 255386 w 639854"/>
                <a:gd name="connsiteY10" fmla="*/ 13643 h 642405"/>
                <a:gd name="connsiteX11" fmla="*/ 269029 w 639854"/>
                <a:gd name="connsiteY11" fmla="*/ 0 h 642405"/>
                <a:gd name="connsiteX12" fmla="*/ 593006 w 639854"/>
                <a:gd name="connsiteY12" fmla="*/ 0 h 642405"/>
                <a:gd name="connsiteX13" fmla="*/ 639854 w 639854"/>
                <a:gd name="connsiteY13" fmla="*/ 46848 h 642405"/>
                <a:gd name="connsiteX14" fmla="*/ 639854 w 639854"/>
                <a:gd name="connsiteY14" fmla="*/ 373376 h 642405"/>
                <a:gd name="connsiteX15" fmla="*/ 513574 w 639854"/>
                <a:gd name="connsiteY15" fmla="*/ 499656 h 642405"/>
                <a:gd name="connsiteX16" fmla="*/ 513575 w 639854"/>
                <a:gd name="connsiteY16" fmla="*/ 499655 h 642405"/>
                <a:gd name="connsiteX17" fmla="*/ 510748 w 639854"/>
                <a:gd name="connsiteY17" fmla="*/ 502482 h 642405"/>
                <a:gd name="connsiteX18" fmla="*/ 510748 w 639854"/>
                <a:gd name="connsiteY18" fmla="*/ 502482 h 642405"/>
                <a:gd name="connsiteX19" fmla="*/ 384469 w 639854"/>
                <a:gd name="connsiteY19" fmla="*/ 628762 h 642405"/>
                <a:gd name="connsiteX20" fmla="*/ 384469 w 639854"/>
                <a:gd name="connsiteY20" fmla="*/ 628761 h 642405"/>
                <a:gd name="connsiteX21" fmla="*/ 370825 w 639854"/>
                <a:gd name="connsiteY21" fmla="*/ 642405 h 642405"/>
                <a:gd name="connsiteX22" fmla="*/ 370825 w 639854"/>
                <a:gd name="connsiteY22" fmla="*/ 269028 h 642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39854" h="642405">
                  <a:moveTo>
                    <a:pt x="490015" y="139923"/>
                  </a:moveTo>
                  <a:lnTo>
                    <a:pt x="497027" y="142827"/>
                  </a:lnTo>
                  <a:lnTo>
                    <a:pt x="499931" y="149839"/>
                  </a:lnTo>
                  <a:lnTo>
                    <a:pt x="499931" y="139923"/>
                  </a:lnTo>
                  <a:close/>
                  <a:moveTo>
                    <a:pt x="0" y="269028"/>
                  </a:moveTo>
                  <a:lnTo>
                    <a:pt x="126280" y="142749"/>
                  </a:lnTo>
                  <a:lnTo>
                    <a:pt x="126280" y="142749"/>
                  </a:lnTo>
                  <a:lnTo>
                    <a:pt x="129106" y="139923"/>
                  </a:lnTo>
                  <a:lnTo>
                    <a:pt x="129106" y="139923"/>
                  </a:lnTo>
                  <a:lnTo>
                    <a:pt x="255385" y="13643"/>
                  </a:lnTo>
                  <a:lnTo>
                    <a:pt x="255386" y="13643"/>
                  </a:lnTo>
                  <a:lnTo>
                    <a:pt x="269029" y="0"/>
                  </a:lnTo>
                  <a:lnTo>
                    <a:pt x="593006" y="0"/>
                  </a:lnTo>
                  <a:cubicBezTo>
                    <a:pt x="618879" y="0"/>
                    <a:pt x="639854" y="20975"/>
                    <a:pt x="639854" y="46848"/>
                  </a:cubicBezTo>
                  <a:lnTo>
                    <a:pt x="639854" y="373376"/>
                  </a:lnTo>
                  <a:lnTo>
                    <a:pt x="513574" y="499656"/>
                  </a:lnTo>
                  <a:lnTo>
                    <a:pt x="513575" y="499655"/>
                  </a:lnTo>
                  <a:lnTo>
                    <a:pt x="510748" y="502482"/>
                  </a:lnTo>
                  <a:lnTo>
                    <a:pt x="510748" y="502482"/>
                  </a:lnTo>
                  <a:lnTo>
                    <a:pt x="384469" y="628762"/>
                  </a:lnTo>
                  <a:lnTo>
                    <a:pt x="384469" y="628761"/>
                  </a:lnTo>
                  <a:lnTo>
                    <a:pt x="370825" y="642405"/>
                  </a:lnTo>
                  <a:lnTo>
                    <a:pt x="370825" y="269028"/>
                  </a:lnTo>
                  <a:close/>
                </a:path>
              </a:pathLst>
            </a:custGeom>
            <a:solidFill>
              <a:srgbClr val="5D999F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4" name="文本框 43">
              <a:extLst>
                <a:ext uri="{FF2B5EF4-FFF2-40B4-BE49-F238E27FC236}">
                  <a16:creationId xmlns:a16="http://schemas.microsoft.com/office/drawing/2014/main" id="{087771EC-F432-2FC2-D96D-5DCDB033BA51}"/>
                </a:ext>
              </a:extLst>
            </p:cNvPr>
            <p:cNvSpPr txBox="1"/>
            <p:nvPr/>
          </p:nvSpPr>
          <p:spPr>
            <a:xfrm>
              <a:off x="6552254" y="1707158"/>
              <a:ext cx="3526158" cy="1200329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buNone/>
              </a:pPr>
              <a:r>
                <a:rPr lang="fr-FR" sz="2400" b="0" i="0" dirty="0">
                  <a:solidFill>
                    <a:srgbClr val="1F1F1F"/>
                  </a:solidFill>
                  <a:effectLst/>
                  <a:latin typeface="Google Sans"/>
                </a:rPr>
                <a:t>Présentation de la solution</a:t>
              </a:r>
            </a:p>
            <a:p>
              <a:pPr>
                <a:buNone/>
              </a:pPr>
              <a:br>
                <a:rPr lang="fr-FR" sz="2400" b="0" i="0" dirty="0">
                  <a:solidFill>
                    <a:srgbClr val="1F1F1F"/>
                  </a:solidFill>
                  <a:effectLst/>
                  <a:latin typeface="Google Sans"/>
                </a:rPr>
              </a:br>
              <a:endParaRPr lang="en-US" sz="2400" b="1" spc="348" dirty="0">
                <a:solidFill>
                  <a:schemeClr val="bg2">
                    <a:lumMod val="50000"/>
                  </a:schemeClr>
                </a:solidFill>
                <a:latin typeface="DM Sans Bold"/>
              </a:endParaRPr>
            </a:p>
          </p:txBody>
        </p:sp>
        <p:sp>
          <p:nvSpPr>
            <p:cNvPr id="5" name="文本框 46">
              <a:extLst>
                <a:ext uri="{FF2B5EF4-FFF2-40B4-BE49-F238E27FC236}">
                  <a16:creationId xmlns:a16="http://schemas.microsoft.com/office/drawing/2014/main" id="{45F44882-EF33-0AE3-5FB5-D9766F3CD28A}"/>
                </a:ext>
              </a:extLst>
            </p:cNvPr>
            <p:cNvSpPr txBox="1"/>
            <p:nvPr/>
          </p:nvSpPr>
          <p:spPr>
            <a:xfrm>
              <a:off x="5928061" y="1713852"/>
              <a:ext cx="3738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2400" b="1" i="1" dirty="0">
                  <a:solidFill>
                    <a:schemeClr val="bg1"/>
                  </a:solidFill>
                  <a:cs typeface="+mn-ea"/>
                  <a:sym typeface="+mn-lt"/>
                </a:rPr>
                <a:t>2</a:t>
              </a:r>
              <a:endParaRPr lang="zh-CN" altLang="en-US" sz="2400" b="1" i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7" name="ZoneTexte 6">
            <a:extLst>
              <a:ext uri="{FF2B5EF4-FFF2-40B4-BE49-F238E27FC236}">
                <a16:creationId xmlns:a16="http://schemas.microsoft.com/office/drawing/2014/main" id="{F2769132-CE6C-C4C1-BB30-2517C82A4239}"/>
              </a:ext>
            </a:extLst>
          </p:cNvPr>
          <p:cNvSpPr txBox="1"/>
          <p:nvPr/>
        </p:nvSpPr>
        <p:spPr>
          <a:xfrm>
            <a:off x="11615744" y="6235771"/>
            <a:ext cx="258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</a:t>
            </a:r>
          </a:p>
        </p:txBody>
      </p:sp>
      <p:grpSp>
        <p:nvGrpSpPr>
          <p:cNvPr id="24" name="组合 72">
            <a:extLst>
              <a:ext uri="{FF2B5EF4-FFF2-40B4-BE49-F238E27FC236}">
                <a16:creationId xmlns:a16="http://schemas.microsoft.com/office/drawing/2014/main" id="{9658C8EA-B1AC-E36C-9B76-975D296241A3}"/>
              </a:ext>
            </a:extLst>
          </p:cNvPr>
          <p:cNvGrpSpPr/>
          <p:nvPr/>
        </p:nvGrpSpPr>
        <p:grpSpPr>
          <a:xfrm>
            <a:off x="3149430" y="4666773"/>
            <a:ext cx="5041352" cy="1207857"/>
            <a:chOff x="5651363" y="3557063"/>
            <a:chExt cx="5041352" cy="1207857"/>
          </a:xfrm>
        </p:grpSpPr>
        <p:sp>
          <p:nvSpPr>
            <p:cNvPr id="25" name="任意多边形 66">
              <a:extLst>
                <a:ext uri="{FF2B5EF4-FFF2-40B4-BE49-F238E27FC236}">
                  <a16:creationId xmlns:a16="http://schemas.microsoft.com/office/drawing/2014/main" id="{85119BCD-4122-7DE2-E407-114C9E6033DA}"/>
                </a:ext>
              </a:extLst>
            </p:cNvPr>
            <p:cNvSpPr/>
            <p:nvPr/>
          </p:nvSpPr>
          <p:spPr>
            <a:xfrm rot="2700000">
              <a:off x="5652639" y="3555787"/>
              <a:ext cx="639854" cy="642405"/>
            </a:xfrm>
            <a:custGeom>
              <a:avLst/>
              <a:gdLst>
                <a:gd name="connsiteX0" fmla="*/ 490015 w 639854"/>
                <a:gd name="connsiteY0" fmla="*/ 139923 h 642405"/>
                <a:gd name="connsiteX1" fmla="*/ 497027 w 639854"/>
                <a:gd name="connsiteY1" fmla="*/ 142827 h 642405"/>
                <a:gd name="connsiteX2" fmla="*/ 499931 w 639854"/>
                <a:gd name="connsiteY2" fmla="*/ 149839 h 642405"/>
                <a:gd name="connsiteX3" fmla="*/ 499931 w 639854"/>
                <a:gd name="connsiteY3" fmla="*/ 139923 h 642405"/>
                <a:gd name="connsiteX4" fmla="*/ 0 w 639854"/>
                <a:gd name="connsiteY4" fmla="*/ 269028 h 642405"/>
                <a:gd name="connsiteX5" fmla="*/ 126280 w 639854"/>
                <a:gd name="connsiteY5" fmla="*/ 142749 h 642405"/>
                <a:gd name="connsiteX6" fmla="*/ 126280 w 639854"/>
                <a:gd name="connsiteY6" fmla="*/ 142749 h 642405"/>
                <a:gd name="connsiteX7" fmla="*/ 129106 w 639854"/>
                <a:gd name="connsiteY7" fmla="*/ 139923 h 642405"/>
                <a:gd name="connsiteX8" fmla="*/ 129106 w 639854"/>
                <a:gd name="connsiteY8" fmla="*/ 139923 h 642405"/>
                <a:gd name="connsiteX9" fmla="*/ 255385 w 639854"/>
                <a:gd name="connsiteY9" fmla="*/ 13643 h 642405"/>
                <a:gd name="connsiteX10" fmla="*/ 255386 w 639854"/>
                <a:gd name="connsiteY10" fmla="*/ 13643 h 642405"/>
                <a:gd name="connsiteX11" fmla="*/ 269029 w 639854"/>
                <a:gd name="connsiteY11" fmla="*/ 0 h 642405"/>
                <a:gd name="connsiteX12" fmla="*/ 593006 w 639854"/>
                <a:gd name="connsiteY12" fmla="*/ 0 h 642405"/>
                <a:gd name="connsiteX13" fmla="*/ 639854 w 639854"/>
                <a:gd name="connsiteY13" fmla="*/ 46848 h 642405"/>
                <a:gd name="connsiteX14" fmla="*/ 639854 w 639854"/>
                <a:gd name="connsiteY14" fmla="*/ 373376 h 642405"/>
                <a:gd name="connsiteX15" fmla="*/ 513574 w 639854"/>
                <a:gd name="connsiteY15" fmla="*/ 499656 h 642405"/>
                <a:gd name="connsiteX16" fmla="*/ 513575 w 639854"/>
                <a:gd name="connsiteY16" fmla="*/ 499655 h 642405"/>
                <a:gd name="connsiteX17" fmla="*/ 510748 w 639854"/>
                <a:gd name="connsiteY17" fmla="*/ 502482 h 642405"/>
                <a:gd name="connsiteX18" fmla="*/ 510748 w 639854"/>
                <a:gd name="connsiteY18" fmla="*/ 502482 h 642405"/>
                <a:gd name="connsiteX19" fmla="*/ 384469 w 639854"/>
                <a:gd name="connsiteY19" fmla="*/ 628762 h 642405"/>
                <a:gd name="connsiteX20" fmla="*/ 384469 w 639854"/>
                <a:gd name="connsiteY20" fmla="*/ 628761 h 642405"/>
                <a:gd name="connsiteX21" fmla="*/ 370825 w 639854"/>
                <a:gd name="connsiteY21" fmla="*/ 642405 h 642405"/>
                <a:gd name="connsiteX22" fmla="*/ 370825 w 639854"/>
                <a:gd name="connsiteY22" fmla="*/ 269028 h 642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639854" h="642405">
                  <a:moveTo>
                    <a:pt x="490015" y="139923"/>
                  </a:moveTo>
                  <a:lnTo>
                    <a:pt x="497027" y="142827"/>
                  </a:lnTo>
                  <a:lnTo>
                    <a:pt x="499931" y="149839"/>
                  </a:lnTo>
                  <a:lnTo>
                    <a:pt x="499931" y="139923"/>
                  </a:lnTo>
                  <a:close/>
                  <a:moveTo>
                    <a:pt x="0" y="269028"/>
                  </a:moveTo>
                  <a:lnTo>
                    <a:pt x="126280" y="142749"/>
                  </a:lnTo>
                  <a:lnTo>
                    <a:pt x="126280" y="142749"/>
                  </a:lnTo>
                  <a:lnTo>
                    <a:pt x="129106" y="139923"/>
                  </a:lnTo>
                  <a:lnTo>
                    <a:pt x="129106" y="139923"/>
                  </a:lnTo>
                  <a:lnTo>
                    <a:pt x="255385" y="13643"/>
                  </a:lnTo>
                  <a:lnTo>
                    <a:pt x="255386" y="13643"/>
                  </a:lnTo>
                  <a:lnTo>
                    <a:pt x="269029" y="0"/>
                  </a:lnTo>
                  <a:lnTo>
                    <a:pt x="593006" y="0"/>
                  </a:lnTo>
                  <a:cubicBezTo>
                    <a:pt x="618879" y="0"/>
                    <a:pt x="639854" y="20975"/>
                    <a:pt x="639854" y="46848"/>
                  </a:cubicBezTo>
                  <a:lnTo>
                    <a:pt x="639854" y="373376"/>
                  </a:lnTo>
                  <a:lnTo>
                    <a:pt x="513574" y="499656"/>
                  </a:lnTo>
                  <a:lnTo>
                    <a:pt x="513575" y="499655"/>
                  </a:lnTo>
                  <a:lnTo>
                    <a:pt x="510748" y="502482"/>
                  </a:lnTo>
                  <a:lnTo>
                    <a:pt x="510748" y="502482"/>
                  </a:lnTo>
                  <a:lnTo>
                    <a:pt x="384469" y="628762"/>
                  </a:lnTo>
                  <a:lnTo>
                    <a:pt x="384469" y="628761"/>
                  </a:lnTo>
                  <a:lnTo>
                    <a:pt x="370825" y="642405"/>
                  </a:lnTo>
                  <a:lnTo>
                    <a:pt x="370825" y="269028"/>
                  </a:lnTo>
                  <a:close/>
                </a:path>
              </a:pathLst>
            </a:custGeom>
            <a:solidFill>
              <a:srgbClr val="5D999F">
                <a:alpha val="9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6" name="文本框 53">
              <a:extLst>
                <a:ext uri="{FF2B5EF4-FFF2-40B4-BE49-F238E27FC236}">
                  <a16:creationId xmlns:a16="http://schemas.microsoft.com/office/drawing/2014/main" id="{0F558367-28B8-7658-C5CA-371DB16BD4F6}"/>
                </a:ext>
              </a:extLst>
            </p:cNvPr>
            <p:cNvSpPr txBox="1"/>
            <p:nvPr/>
          </p:nvSpPr>
          <p:spPr>
            <a:xfrm>
              <a:off x="6611085" y="3564591"/>
              <a:ext cx="408163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>
                <a:buNone/>
              </a:pPr>
              <a:r>
                <a:rPr lang="fr-FR" sz="2400" dirty="0">
                  <a:solidFill>
                    <a:srgbClr val="1F1F1F"/>
                  </a:solidFill>
                  <a:latin typeface="Google Sans"/>
                </a:rPr>
                <a:t>Etude et Réalisation des sprints</a:t>
              </a:r>
              <a:endParaRPr lang="fr-FR" sz="2400" b="0" i="0" dirty="0">
                <a:solidFill>
                  <a:srgbClr val="1F1F1F"/>
                </a:solidFill>
                <a:effectLst/>
                <a:latin typeface="Google Sans"/>
              </a:endParaRPr>
            </a:p>
            <a:p>
              <a:pPr>
                <a:buNone/>
              </a:pPr>
              <a:br>
                <a:rPr lang="fr-FR" sz="2400" b="0" i="0" dirty="0">
                  <a:solidFill>
                    <a:srgbClr val="1F1F1F"/>
                  </a:solidFill>
                  <a:effectLst/>
                  <a:latin typeface="Google Sans"/>
                </a:rPr>
              </a:br>
              <a:endParaRPr lang="en-US" sz="2400" b="1" spc="348" dirty="0">
                <a:solidFill>
                  <a:schemeClr val="bg2">
                    <a:lumMod val="50000"/>
                  </a:schemeClr>
                </a:solidFill>
                <a:latin typeface="DM Sans Bold"/>
              </a:endParaRPr>
            </a:p>
          </p:txBody>
        </p:sp>
        <p:sp>
          <p:nvSpPr>
            <p:cNvPr id="27" name="文本框 56">
              <a:extLst>
                <a:ext uri="{FF2B5EF4-FFF2-40B4-BE49-F238E27FC236}">
                  <a16:creationId xmlns:a16="http://schemas.microsoft.com/office/drawing/2014/main" id="{D39ADFB3-CA4A-E36E-3202-962AABB32FDC}"/>
                </a:ext>
              </a:extLst>
            </p:cNvPr>
            <p:cNvSpPr txBox="1"/>
            <p:nvPr/>
          </p:nvSpPr>
          <p:spPr>
            <a:xfrm>
              <a:off x="5948317" y="3644218"/>
              <a:ext cx="3738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2400" b="1" i="1" dirty="0">
                  <a:solidFill>
                    <a:schemeClr val="bg1"/>
                  </a:solidFill>
                  <a:cs typeface="+mn-ea"/>
                  <a:sym typeface="+mn-lt"/>
                </a:rPr>
                <a:t>5</a:t>
              </a:r>
              <a:endParaRPr lang="zh-CN" altLang="en-US" sz="2400" b="1" i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65D62F0A-AB89-8859-968A-F70161BE8E3D}"/>
              </a:ext>
            </a:extLst>
          </p:cNvPr>
          <p:cNvCxnSpPr/>
          <p:nvPr/>
        </p:nvCxnSpPr>
        <p:spPr>
          <a:xfrm>
            <a:off x="3945204" y="900048"/>
            <a:ext cx="0" cy="5589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41" grpId="0" animBg="1"/>
      <p:bldP spid="42" grpId="0" animBg="1"/>
      <p:bldP spid="38" grpId="0" animBg="1"/>
      <p:bldP spid="31" grpId="0" animBg="1"/>
      <p:bldP spid="6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组合 31"/>
          <p:cNvGrpSpPr/>
          <p:nvPr/>
        </p:nvGrpSpPr>
        <p:grpSpPr>
          <a:xfrm>
            <a:off x="1435102" y="1903702"/>
            <a:ext cx="2800231" cy="3800313"/>
            <a:chOff x="1435102" y="1903702"/>
            <a:chExt cx="2800231" cy="3800313"/>
          </a:xfrm>
        </p:grpSpPr>
        <p:sp>
          <p:nvSpPr>
            <p:cNvPr id="5" name="Arrow: Pentagon 2"/>
            <p:cNvSpPr/>
            <p:nvPr/>
          </p:nvSpPr>
          <p:spPr>
            <a:xfrm rot="5400000">
              <a:off x="1755128" y="1583677"/>
              <a:ext cx="2160180" cy="2800231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none" lIns="216000" anchor="t" anchorCtr="1">
              <a:normAutofit/>
            </a:bodyPr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4" name="Rectangle 1"/>
            <p:cNvSpPr/>
            <p:nvPr/>
          </p:nvSpPr>
          <p:spPr>
            <a:xfrm>
              <a:off x="1435102" y="1903702"/>
              <a:ext cx="2800231" cy="3800313"/>
            </a:xfrm>
            <a:prstGeom prst="rect">
              <a:avLst/>
            </a:prstGeom>
            <a:ln w="3175">
              <a:solidFill>
                <a:schemeClr val="accent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tIns="2160000" anchor="t" anchorCtr="1">
              <a:norm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1100" dirty="0">
                <a:cs typeface="+mn-ea"/>
                <a:sym typeface="+mn-lt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675218" y="4105214"/>
              <a:ext cx="2243021" cy="1287212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b="1" i="0" dirty="0">
                  <a:solidFill>
                    <a:schemeClr val="accent4">
                      <a:lumMod val="50000"/>
                    </a:schemeClr>
                  </a:solidFill>
                  <a:effectLst/>
                  <a:latin typeface="DeepSeek-CJK-patch"/>
                </a:rPr>
                <a:t>Pourquoi</a:t>
              </a:r>
              <a:r>
                <a:rPr lang="fr-FR" b="1" i="0" dirty="0">
                  <a:solidFill>
                    <a:schemeClr val="accent4">
                      <a:lumMod val="50000"/>
                    </a:schemeClr>
                  </a:solidFill>
                  <a:effectLst/>
                  <a:latin typeface="Segoe UI Historic" panose="020B0502040204020203" pitchFamily="34" charset="0"/>
                </a:rPr>
                <a:t> </a:t>
              </a:r>
              <a:r>
                <a:rPr lang="fr-FR" b="1" i="0" dirty="0">
                  <a:solidFill>
                    <a:schemeClr val="accent4">
                      <a:lumMod val="50000"/>
                    </a:schemeClr>
                  </a:solidFill>
                  <a:effectLst/>
                  <a:latin typeface="DeepSeek-CJK-patch"/>
                </a:rPr>
                <a:t>est-ce</a:t>
              </a:r>
              <a:r>
                <a:rPr lang="fr-FR" b="1" i="0" dirty="0">
                  <a:solidFill>
                    <a:schemeClr val="accent4">
                      <a:lumMod val="50000"/>
                    </a:schemeClr>
                  </a:solidFill>
                  <a:effectLst/>
                  <a:latin typeface="Segoe UI Historic" panose="020B0502040204020203" pitchFamily="34" charset="0"/>
                </a:rPr>
                <a:t> </a:t>
              </a:r>
              <a:r>
                <a:rPr lang="fr-FR" b="1" i="0" dirty="0">
                  <a:solidFill>
                    <a:schemeClr val="accent4">
                      <a:lumMod val="50000"/>
                    </a:schemeClr>
                  </a:solidFill>
                  <a:effectLst/>
                  <a:latin typeface="DeepSeek-CJK-patch"/>
                </a:rPr>
                <a:t>si</a:t>
              </a:r>
              <a:r>
                <a:rPr lang="fr-FR" b="1" i="0" dirty="0">
                  <a:solidFill>
                    <a:schemeClr val="accent4">
                      <a:lumMod val="50000"/>
                    </a:schemeClr>
                  </a:solidFill>
                  <a:effectLst/>
                  <a:latin typeface="Segoe UI Historic" panose="020B0502040204020203" pitchFamily="34" charset="0"/>
                </a:rPr>
                <a:t> </a:t>
              </a:r>
              <a:r>
                <a:rPr lang="fr-FR" b="1" i="0" dirty="0">
                  <a:solidFill>
                    <a:schemeClr val="accent4">
                      <a:lumMod val="50000"/>
                    </a:schemeClr>
                  </a:solidFill>
                  <a:effectLst/>
                  <a:latin typeface="DeepSeek-CJK-patch"/>
                </a:rPr>
                <a:t>difficil</a:t>
              </a:r>
              <a:r>
                <a:rPr lang="fr-FR" b="1" i="0" dirty="0">
                  <a:solidFill>
                    <a:schemeClr val="accent4">
                      <a:lumMod val="50000"/>
                    </a:schemeClr>
                  </a:solidFill>
                  <a:effectLst/>
                  <a:latin typeface="Segoe UI Historic" panose="020B0502040204020203" pitchFamily="34" charset="0"/>
                </a:rPr>
                <a:t>e </a:t>
              </a:r>
              <a:r>
                <a:rPr lang="fr-FR" b="1" i="0" dirty="0">
                  <a:solidFill>
                    <a:schemeClr val="accent4">
                      <a:lumMod val="50000"/>
                    </a:schemeClr>
                  </a:solidFill>
                  <a:effectLst/>
                  <a:latin typeface="DeepSeek-CJK-patch"/>
                </a:rPr>
                <a:t>de</a:t>
              </a:r>
              <a:r>
                <a:rPr lang="fr-FR" b="1" i="0" dirty="0">
                  <a:solidFill>
                    <a:schemeClr val="accent4">
                      <a:lumMod val="50000"/>
                    </a:schemeClr>
                  </a:solidFill>
                  <a:effectLst/>
                  <a:latin typeface="Segoe UI Historic" panose="020B0502040204020203" pitchFamily="34" charset="0"/>
                </a:rPr>
                <a:t> </a:t>
              </a:r>
              <a:r>
                <a:rPr lang="fr-FR" b="1" i="0" dirty="0">
                  <a:solidFill>
                    <a:schemeClr val="accent4">
                      <a:lumMod val="50000"/>
                    </a:schemeClr>
                  </a:solidFill>
                  <a:effectLst/>
                  <a:latin typeface="DeepSeek-CJK-patch"/>
                </a:rPr>
                <a:t>créer</a:t>
              </a:r>
              <a:r>
                <a:rPr lang="fr-FR" b="1" i="0" dirty="0">
                  <a:solidFill>
                    <a:schemeClr val="accent4">
                      <a:lumMod val="50000"/>
                    </a:schemeClr>
                  </a:solidFill>
                  <a:effectLst/>
                  <a:latin typeface="Segoe UI Historic" panose="020B0502040204020203" pitchFamily="34" charset="0"/>
                </a:rPr>
                <a:t> </a:t>
              </a:r>
              <a:r>
                <a:rPr lang="fr-FR" b="1" i="0" dirty="0">
                  <a:solidFill>
                    <a:schemeClr val="accent4">
                      <a:lumMod val="50000"/>
                    </a:schemeClr>
                  </a:solidFill>
                  <a:effectLst/>
                  <a:latin typeface="DeepSeek-CJK-patch"/>
                </a:rPr>
                <a:t>une</a:t>
              </a:r>
              <a:r>
                <a:rPr lang="fr-FR" b="1" i="0" dirty="0">
                  <a:solidFill>
                    <a:schemeClr val="accent4">
                      <a:lumMod val="50000"/>
                    </a:schemeClr>
                  </a:solidFill>
                  <a:effectLst/>
                  <a:latin typeface="Segoe UI Historic" panose="020B0502040204020203" pitchFamily="34" charset="0"/>
                </a:rPr>
                <a:t> </a:t>
              </a:r>
              <a:r>
                <a:rPr lang="fr-FR" b="1" i="0" dirty="0">
                  <a:solidFill>
                    <a:schemeClr val="accent4">
                      <a:lumMod val="50000"/>
                    </a:schemeClr>
                  </a:solidFill>
                  <a:effectLst/>
                  <a:latin typeface="DeepSeek-CJK-patch"/>
                </a:rPr>
                <a:t>startup</a:t>
              </a:r>
              <a:r>
                <a:rPr lang="fr-FR" b="1" i="0" dirty="0">
                  <a:solidFill>
                    <a:schemeClr val="accent4">
                      <a:lumMod val="50000"/>
                    </a:schemeClr>
                  </a:solidFill>
                  <a:effectLst/>
                  <a:latin typeface="Segoe UI Historic" panose="020B0502040204020203" pitchFamily="34" charset="0"/>
                </a:rPr>
                <a:t> </a:t>
              </a:r>
              <a:r>
                <a:rPr lang="fr-FR" b="1" i="0" dirty="0">
                  <a:solidFill>
                    <a:schemeClr val="accent4">
                      <a:lumMod val="50000"/>
                    </a:schemeClr>
                  </a:solidFill>
                  <a:effectLst/>
                  <a:latin typeface="DeepSeek-CJK-patch"/>
                </a:rPr>
                <a:t>en</a:t>
              </a:r>
              <a:r>
                <a:rPr lang="fr-FR" b="1" i="0" dirty="0">
                  <a:solidFill>
                    <a:schemeClr val="accent4">
                      <a:lumMod val="50000"/>
                    </a:schemeClr>
                  </a:solidFill>
                  <a:effectLst/>
                  <a:latin typeface="Segoe UI Historic" panose="020B0502040204020203" pitchFamily="34" charset="0"/>
                </a:rPr>
                <a:t> </a:t>
              </a:r>
              <a:r>
                <a:rPr lang="fr-FR" b="1" i="0" dirty="0">
                  <a:solidFill>
                    <a:schemeClr val="accent4">
                      <a:lumMod val="50000"/>
                    </a:schemeClr>
                  </a:solidFill>
                  <a:effectLst/>
                  <a:latin typeface="DeepSeek-CJK-patch"/>
                </a:rPr>
                <a:t>Tunisie</a:t>
              </a:r>
              <a:r>
                <a:rPr lang="fr-FR" b="1" i="0" dirty="0">
                  <a:solidFill>
                    <a:schemeClr val="accent4">
                      <a:lumMod val="50000"/>
                    </a:schemeClr>
                  </a:solidFill>
                  <a:effectLst/>
                  <a:latin typeface="Segoe UI Historic" panose="020B0502040204020203" pitchFamily="34" charset="0"/>
                </a:rPr>
                <a:t> ? </a:t>
              </a:r>
            </a:p>
          </p:txBody>
        </p:sp>
        <p:sp>
          <p:nvSpPr>
            <p:cNvPr id="27" name="矩形 26"/>
            <p:cNvSpPr/>
            <p:nvPr/>
          </p:nvSpPr>
          <p:spPr>
            <a:xfrm>
              <a:off x="1522037" y="2114661"/>
              <a:ext cx="2625309" cy="6463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fr-FR" sz="1800" b="1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L’ECOSYSTEME</a:t>
              </a:r>
            </a:p>
            <a:p>
              <a:pPr algn="ctr"/>
              <a:r>
                <a:rPr lang="fr-FR" b="1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ENTREPREUNARIAL</a:t>
              </a:r>
              <a:endParaRPr lang="fr-FR" sz="1800" b="1" dirty="0">
                <a:solidFill>
                  <a:schemeClr val="accent1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4695885" y="1903702"/>
            <a:ext cx="2800231" cy="3800313"/>
            <a:chOff x="4695885" y="1903702"/>
            <a:chExt cx="2800231" cy="3800313"/>
          </a:xfrm>
        </p:grpSpPr>
        <p:sp>
          <p:nvSpPr>
            <p:cNvPr id="7" name="Arrow: Pentagon 7"/>
            <p:cNvSpPr/>
            <p:nvPr/>
          </p:nvSpPr>
          <p:spPr>
            <a:xfrm rot="5400000">
              <a:off x="5015911" y="1583677"/>
              <a:ext cx="2160180" cy="2800231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none" lIns="216000" anchor="t" anchorCtr="1">
              <a:normAutofit/>
            </a:bodyPr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4695885" y="1903702"/>
              <a:ext cx="2800231" cy="3800313"/>
            </a:xfrm>
            <a:prstGeom prst="rect">
              <a:avLst/>
            </a:prstGeom>
            <a:ln w="3175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tIns="2160000" anchor="t" anchorCtr="1">
              <a:norm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1100" dirty="0">
                <a:cs typeface="+mn-ea"/>
                <a:sym typeface="+mn-lt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4975011" y="2121896"/>
              <a:ext cx="2241974" cy="39658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bg1"/>
                  </a:solidFill>
                  <a:cs typeface="+mn-ea"/>
                  <a:sym typeface="+mn-lt"/>
                </a:rPr>
                <a:t>STATISTIQUE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4975011" y="4228267"/>
              <a:ext cx="2243021" cy="106606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fr-FR" b="1" i="0" dirty="0">
                  <a:solidFill>
                    <a:schemeClr val="accent4">
                      <a:lumMod val="50000"/>
                    </a:schemeClr>
                  </a:solidFill>
                  <a:effectLst/>
                  <a:latin typeface="DeepSeek-CJK-patch"/>
                </a:rPr>
                <a:t>50% des startups échouent avant leur 3ème année</a:t>
              </a:r>
              <a:endParaRPr lang="zh-CN" altLang="en-US" dirty="0">
                <a:solidFill>
                  <a:schemeClr val="accent4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7956669" y="1903702"/>
            <a:ext cx="2800231" cy="3800313"/>
            <a:chOff x="7956669" y="1903702"/>
            <a:chExt cx="2800231" cy="3800313"/>
          </a:xfrm>
        </p:grpSpPr>
        <p:sp>
          <p:nvSpPr>
            <p:cNvPr id="9" name="Arrow: Pentagon 12"/>
            <p:cNvSpPr/>
            <p:nvPr/>
          </p:nvSpPr>
          <p:spPr>
            <a:xfrm rot="5400000">
              <a:off x="8276695" y="1583677"/>
              <a:ext cx="2160180" cy="2800231"/>
            </a:xfrm>
            <a:prstGeom prst="homePlat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wrap="none" lIns="216000" tIns="0" anchor="t" anchorCtr="1">
              <a:normAutofit/>
            </a:bodyPr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8" name="Rectangle 11"/>
            <p:cNvSpPr/>
            <p:nvPr/>
          </p:nvSpPr>
          <p:spPr>
            <a:xfrm>
              <a:off x="7956669" y="1903702"/>
              <a:ext cx="2800231" cy="3800313"/>
            </a:xfrm>
            <a:prstGeom prst="rect">
              <a:avLst/>
            </a:prstGeom>
            <a:ln w="3175">
              <a:solidFill>
                <a:schemeClr val="accent3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wrap="square" tIns="2160000" anchor="t" anchorCtr="1">
              <a:norm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1100" dirty="0">
                <a:cs typeface="+mn-ea"/>
                <a:sym typeface="+mn-lt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8235797" y="2121896"/>
              <a:ext cx="2241974" cy="6463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fr-FR" sz="1800" b="1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INCUBATEUR</a:t>
              </a:r>
            </a:p>
            <a:p>
              <a:pPr algn="ctr"/>
              <a:r>
                <a:rPr lang="fr-FR" sz="1800" b="1" dirty="0">
                  <a:solidFill>
                    <a:schemeClr val="accent1">
                      <a:lumMod val="20000"/>
                      <a:lumOff val="80000"/>
                    </a:schemeClr>
                  </a:solidFill>
                </a:rPr>
                <a:t>ACCELERATEUR</a:t>
              </a:r>
            </a:p>
          </p:txBody>
        </p:sp>
        <p:sp>
          <p:nvSpPr>
            <p:cNvPr id="31" name="矩形 30"/>
            <p:cNvSpPr/>
            <p:nvPr/>
          </p:nvSpPr>
          <p:spPr>
            <a:xfrm>
              <a:off x="8273761" y="4372199"/>
              <a:ext cx="2243021" cy="401264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DeepSeek-CJK-patch"/>
                  <a:cs typeface="+mn-ea"/>
                  <a:sym typeface="+mn-lt"/>
                </a:rPr>
                <a:t>RedStart</a:t>
              </a:r>
              <a:r>
                <a:rPr lang="en-US" altLang="zh-CN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lang="en-US" altLang="zh-CN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DeepSeek-CJK-patch"/>
                  <a:cs typeface="+mn-ea"/>
                  <a:sym typeface="+mn-lt"/>
                </a:rPr>
                <a:t>Tunisie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DeepSeek-CJK-patch"/>
                <a:cs typeface="+mn-ea"/>
                <a:sym typeface="+mn-lt"/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1740503" y="450599"/>
            <a:ext cx="5138714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cs typeface="+mn-ea"/>
                <a:sym typeface="+mn-lt"/>
              </a:rPr>
              <a:t>INTRODUCTION GENERALE</a:t>
            </a:r>
            <a:endParaRPr lang="zh-CN" altLang="en-US" sz="2800" b="1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23" name="任意多边形 47"/>
          <p:cNvSpPr/>
          <p:nvPr/>
        </p:nvSpPr>
        <p:spPr>
          <a:xfrm rot="18900000" flipV="1">
            <a:off x="99493" y="160716"/>
            <a:ext cx="1257992" cy="771874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任意多边形 48"/>
          <p:cNvSpPr/>
          <p:nvPr/>
        </p:nvSpPr>
        <p:spPr>
          <a:xfrm rot="18900000" flipV="1">
            <a:off x="-102618" y="95709"/>
            <a:ext cx="926781" cy="721545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6421" y="6614139"/>
            <a:ext cx="1224136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下载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http://www.1ppt.com/xiazai/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46A2EE7-1F76-14D9-2F4E-9A7D7A76D03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2387158" y="2802323"/>
            <a:ext cx="895069" cy="94101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4CAB39CC-F9E0-2833-E5DE-779B5934282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5861578" y="2869693"/>
            <a:ext cx="670053" cy="670053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A5EA6C77-A6B7-6ADA-AA52-141D5F3593F4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9162402" y="2897306"/>
            <a:ext cx="642440" cy="64244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5D11CB5E-16F6-A6B4-928C-ACBC47CA09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1656" y="187589"/>
            <a:ext cx="1774613" cy="690520"/>
          </a:xfrm>
          <a:prstGeom prst="rect">
            <a:avLst/>
          </a:prstGeom>
        </p:spPr>
      </p:pic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A4B875C9-EB04-CEE7-9194-C0CA3CC28F6F}"/>
              </a:ext>
            </a:extLst>
          </p:cNvPr>
          <p:cNvCxnSpPr>
            <a:cxnSpLocks/>
          </p:cNvCxnSpPr>
          <p:nvPr/>
        </p:nvCxnSpPr>
        <p:spPr>
          <a:xfrm>
            <a:off x="2275673" y="4204287"/>
            <a:ext cx="1087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6E3CE412-8451-371B-0BEF-C0CA921FA47A}"/>
              </a:ext>
            </a:extLst>
          </p:cNvPr>
          <p:cNvCxnSpPr>
            <a:cxnSpLocks/>
          </p:cNvCxnSpPr>
          <p:nvPr/>
        </p:nvCxnSpPr>
        <p:spPr>
          <a:xfrm>
            <a:off x="5552440" y="4204287"/>
            <a:ext cx="1087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35402662-641E-E646-2CC8-48AE106DD650}"/>
              </a:ext>
            </a:extLst>
          </p:cNvPr>
          <p:cNvCxnSpPr>
            <a:cxnSpLocks/>
          </p:cNvCxnSpPr>
          <p:nvPr/>
        </p:nvCxnSpPr>
        <p:spPr>
          <a:xfrm>
            <a:off x="8717722" y="4204287"/>
            <a:ext cx="10871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D567E977-A797-7E93-AFB8-9162DE5D81AB}"/>
              </a:ext>
            </a:extLst>
          </p:cNvPr>
          <p:cNvSpPr txBox="1"/>
          <p:nvPr/>
        </p:nvSpPr>
        <p:spPr>
          <a:xfrm>
            <a:off x="11615744" y="6235771"/>
            <a:ext cx="258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CE37E4B7-526A-6F9D-FFAD-F432874CA2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815698" y="4882591"/>
            <a:ext cx="1128844" cy="694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>
          <a:extLst>
            <a:ext uri="{FF2B5EF4-FFF2-40B4-BE49-F238E27FC236}">
              <a16:creationId xmlns:a16="http://schemas.microsoft.com/office/drawing/2014/main" id="{568080B8-21F3-ECFA-8037-0AF44029B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llipse 14">
            <a:extLst>
              <a:ext uri="{FF2B5EF4-FFF2-40B4-BE49-F238E27FC236}">
                <a16:creationId xmlns:a16="http://schemas.microsoft.com/office/drawing/2014/main" id="{238D954A-9A54-7AF1-DDD0-97AE9033040C}"/>
              </a:ext>
            </a:extLst>
          </p:cNvPr>
          <p:cNvSpPr/>
          <p:nvPr/>
        </p:nvSpPr>
        <p:spPr>
          <a:xfrm>
            <a:off x="3053064" y="1206721"/>
            <a:ext cx="4666752" cy="4614001"/>
          </a:xfrm>
          <a:prstGeom prst="ellipse">
            <a:avLst/>
          </a:prstGeom>
          <a:noFill/>
          <a:ln w="57150">
            <a:solidFill>
              <a:srgbClr val="00666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11" name="Bulle narrative : rectangle à coins arrondis 10">
            <a:extLst>
              <a:ext uri="{FF2B5EF4-FFF2-40B4-BE49-F238E27FC236}">
                <a16:creationId xmlns:a16="http://schemas.microsoft.com/office/drawing/2014/main" id="{3629E648-7A55-4D5B-E821-4A052A1E22BC}"/>
              </a:ext>
            </a:extLst>
          </p:cNvPr>
          <p:cNvSpPr/>
          <p:nvPr/>
        </p:nvSpPr>
        <p:spPr>
          <a:xfrm>
            <a:off x="8658258" y="3310914"/>
            <a:ext cx="2574866" cy="685353"/>
          </a:xfrm>
          <a:prstGeom prst="wedgeRoundRectCallout">
            <a:avLst>
              <a:gd name="adj1" fmla="val -68886"/>
              <a:gd name="adj2" fmla="val -46652"/>
              <a:gd name="adj3" fmla="val 16667"/>
            </a:avLst>
          </a:prstGeom>
          <a:ln>
            <a:solidFill>
              <a:schemeClr val="bg2">
                <a:lumMod val="95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Bulle narrative : rectangle à coins arrondis 5">
            <a:extLst>
              <a:ext uri="{FF2B5EF4-FFF2-40B4-BE49-F238E27FC236}">
                <a16:creationId xmlns:a16="http://schemas.microsoft.com/office/drawing/2014/main" id="{DACDC9B6-E5B8-A5B7-B026-91BCBD6C94A9}"/>
              </a:ext>
            </a:extLst>
          </p:cNvPr>
          <p:cNvSpPr/>
          <p:nvPr/>
        </p:nvSpPr>
        <p:spPr>
          <a:xfrm>
            <a:off x="278082" y="3811790"/>
            <a:ext cx="2406623" cy="779717"/>
          </a:xfrm>
          <a:prstGeom prst="wedgeRoundRectCallout">
            <a:avLst>
              <a:gd name="adj1" fmla="val 42768"/>
              <a:gd name="adj2" fmla="val -81976"/>
              <a:gd name="adj3" fmla="val 16667"/>
            </a:avLst>
          </a:prstGeom>
          <a:ln>
            <a:solidFill>
              <a:schemeClr val="bg2">
                <a:lumMod val="95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Bulle narrative : rectangle à coins arrondis 3">
            <a:extLst>
              <a:ext uri="{FF2B5EF4-FFF2-40B4-BE49-F238E27FC236}">
                <a16:creationId xmlns:a16="http://schemas.microsoft.com/office/drawing/2014/main" id="{E612BAE1-0214-519E-A6EF-09538C32CDFD}"/>
              </a:ext>
            </a:extLst>
          </p:cNvPr>
          <p:cNvSpPr/>
          <p:nvPr/>
        </p:nvSpPr>
        <p:spPr>
          <a:xfrm>
            <a:off x="6096000" y="203735"/>
            <a:ext cx="2562258" cy="779717"/>
          </a:xfrm>
          <a:prstGeom prst="wedgeRoundRectCallout">
            <a:avLst>
              <a:gd name="adj1" fmla="val -55901"/>
              <a:gd name="adj2" fmla="val 74127"/>
              <a:gd name="adj3" fmla="val 16667"/>
            </a:avLst>
          </a:prstGeom>
          <a:ln>
            <a:solidFill>
              <a:schemeClr val="bg2">
                <a:lumMod val="95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6E71EE40-7A87-B463-375B-CE94A3D33FE4}"/>
              </a:ext>
            </a:extLst>
          </p:cNvPr>
          <p:cNvSpPr/>
          <p:nvPr/>
        </p:nvSpPr>
        <p:spPr>
          <a:xfrm>
            <a:off x="4207275" y="2170106"/>
            <a:ext cx="2358330" cy="2331673"/>
          </a:xfrm>
          <a:prstGeom prst="ellipse">
            <a:avLst/>
          </a:prstGeom>
          <a:noFill/>
          <a:ln w="57150">
            <a:solidFill>
              <a:srgbClr val="00666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5" name="Google Shape;310;p41">
            <a:extLst>
              <a:ext uri="{FF2B5EF4-FFF2-40B4-BE49-F238E27FC236}">
                <a16:creationId xmlns:a16="http://schemas.microsoft.com/office/drawing/2014/main" id="{8C104941-B34B-0C5C-56E0-3AC1932C09B5}"/>
              </a:ext>
            </a:extLst>
          </p:cNvPr>
          <p:cNvSpPr txBox="1">
            <a:spLocks/>
          </p:cNvSpPr>
          <p:nvPr/>
        </p:nvSpPr>
        <p:spPr>
          <a:xfrm>
            <a:off x="313523" y="0"/>
            <a:ext cx="4514411" cy="70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ebo SemiBold"/>
              <a:buNone/>
              <a:defRPr sz="3200" b="0" i="0" u="none" strike="noStrike" cap="none">
                <a:solidFill>
                  <a:schemeClr val="lt1"/>
                </a:solidFill>
                <a:latin typeface="Heebo SemiBold"/>
                <a:ea typeface="Heebo SemiBold"/>
                <a:cs typeface="Heebo SemiBold"/>
                <a:sym typeface="Heebo Semi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ebo"/>
              <a:buNone/>
              <a:defRPr sz="3200" b="1" i="0" u="none" strike="noStrike" cap="none">
                <a:solidFill>
                  <a:schemeClr val="lt1"/>
                </a:solidFill>
                <a:latin typeface="Heebo"/>
                <a:ea typeface="Heebo"/>
                <a:cs typeface="Heebo"/>
                <a:sym typeface="Heeb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ebo"/>
              <a:buNone/>
              <a:defRPr sz="3200" b="1" i="0" u="none" strike="noStrike" cap="none">
                <a:solidFill>
                  <a:schemeClr val="lt1"/>
                </a:solidFill>
                <a:latin typeface="Heebo"/>
                <a:ea typeface="Heebo"/>
                <a:cs typeface="Heebo"/>
                <a:sym typeface="Heeb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ebo"/>
              <a:buNone/>
              <a:defRPr sz="3200" b="1" i="0" u="none" strike="noStrike" cap="none">
                <a:solidFill>
                  <a:schemeClr val="lt1"/>
                </a:solidFill>
                <a:latin typeface="Heebo"/>
                <a:ea typeface="Heebo"/>
                <a:cs typeface="Heebo"/>
                <a:sym typeface="Heeb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ebo"/>
              <a:buNone/>
              <a:defRPr sz="3200" b="1" i="0" u="none" strike="noStrike" cap="none">
                <a:solidFill>
                  <a:schemeClr val="lt1"/>
                </a:solidFill>
                <a:latin typeface="Heebo"/>
                <a:ea typeface="Heebo"/>
                <a:cs typeface="Heebo"/>
                <a:sym typeface="Heeb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ebo"/>
              <a:buNone/>
              <a:defRPr sz="3200" b="1" i="0" u="none" strike="noStrike" cap="none">
                <a:solidFill>
                  <a:schemeClr val="lt1"/>
                </a:solidFill>
                <a:latin typeface="Heebo"/>
                <a:ea typeface="Heebo"/>
                <a:cs typeface="Heebo"/>
                <a:sym typeface="Heeb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ebo"/>
              <a:buNone/>
              <a:defRPr sz="3200" b="1" i="0" u="none" strike="noStrike" cap="none">
                <a:solidFill>
                  <a:schemeClr val="lt1"/>
                </a:solidFill>
                <a:latin typeface="Heebo"/>
                <a:ea typeface="Heebo"/>
                <a:cs typeface="Heebo"/>
                <a:sym typeface="Heeb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ebo"/>
              <a:buNone/>
              <a:defRPr sz="3200" b="1" i="0" u="none" strike="noStrike" cap="none">
                <a:solidFill>
                  <a:schemeClr val="lt1"/>
                </a:solidFill>
                <a:latin typeface="Heebo"/>
                <a:ea typeface="Heebo"/>
                <a:cs typeface="Heebo"/>
                <a:sym typeface="Heeb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Heebo"/>
              <a:buNone/>
              <a:defRPr sz="3200" b="1" i="0" u="none" strike="noStrike" cap="none">
                <a:solidFill>
                  <a:schemeClr val="lt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>
            <a:r>
              <a:rPr lang="pt-BR" sz="2800" b="1" dirty="0">
                <a:solidFill>
                  <a:schemeClr val="accent1">
                    <a:lumMod val="50000"/>
                  </a:schemeClr>
                </a:solidFill>
              </a:rPr>
              <a:t>P R O B L E M A T I Q U E  ?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E20EB586-BCDF-D88B-0655-CE0C14244CC5}"/>
              </a:ext>
            </a:extLst>
          </p:cNvPr>
          <p:cNvSpPr/>
          <p:nvPr/>
        </p:nvSpPr>
        <p:spPr>
          <a:xfrm>
            <a:off x="4267307" y="2239282"/>
            <a:ext cx="2260581" cy="2189919"/>
          </a:xfrm>
          <a:prstGeom prst="ellipse">
            <a:avLst/>
          </a:prstGeom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fr-FR" sz="1600" b="1" dirty="0">
                <a:solidFill>
                  <a:schemeClr val="bg1"/>
                </a:solidFill>
              </a:rPr>
              <a:t>LES</a:t>
            </a:r>
          </a:p>
          <a:p>
            <a:pPr algn="ctr">
              <a:lnSpc>
                <a:spcPct val="150000"/>
              </a:lnSpc>
            </a:pPr>
            <a:r>
              <a:rPr lang="fr-FR" sz="1600" b="1" dirty="0">
                <a:solidFill>
                  <a:srgbClr val="FF7C80"/>
                </a:solidFill>
              </a:rPr>
              <a:t>PROBLEMES </a:t>
            </a:r>
          </a:p>
          <a:p>
            <a:pPr algn="ctr">
              <a:lnSpc>
                <a:spcPct val="150000"/>
              </a:lnSpc>
            </a:pPr>
            <a:r>
              <a:rPr lang="fr-FR" sz="1600" b="1" dirty="0">
                <a:solidFill>
                  <a:schemeClr val="bg1"/>
                </a:solidFill>
              </a:rPr>
              <a:t>DE REDSTART </a:t>
            </a:r>
          </a:p>
          <a:p>
            <a:pPr algn="ctr">
              <a:lnSpc>
                <a:spcPct val="150000"/>
              </a:lnSpc>
            </a:pPr>
            <a:endParaRPr lang="fr-FR" sz="2000" b="1" dirty="0">
              <a:solidFill>
                <a:srgbClr val="FFCCCC"/>
              </a:solidFill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E52B1584-D0F9-6B79-8E0E-3EE8E787DFC8}"/>
              </a:ext>
            </a:extLst>
          </p:cNvPr>
          <p:cNvSpPr/>
          <p:nvPr/>
        </p:nvSpPr>
        <p:spPr>
          <a:xfrm>
            <a:off x="7322406" y="2861445"/>
            <a:ext cx="871636" cy="871636"/>
          </a:xfrm>
          <a:prstGeom prst="ellipse">
            <a:avLst/>
          </a:prstGeom>
          <a:solidFill>
            <a:schemeClr val="accent1"/>
          </a:solidFill>
          <a:ln w="7620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A5F2754-EF12-7CC0-45E8-E25A9C8AC63E}"/>
              </a:ext>
            </a:extLst>
          </p:cNvPr>
          <p:cNvSpPr/>
          <p:nvPr/>
        </p:nvSpPr>
        <p:spPr>
          <a:xfrm>
            <a:off x="4872646" y="5344723"/>
            <a:ext cx="902945" cy="902945"/>
          </a:xfrm>
          <a:prstGeom prst="ellipse">
            <a:avLst/>
          </a:prstGeom>
          <a:solidFill>
            <a:schemeClr val="accent1"/>
          </a:solidFill>
          <a:ln w="7620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2FFF8470-D225-8843-5C18-86E93B5BF951}"/>
              </a:ext>
            </a:extLst>
          </p:cNvPr>
          <p:cNvSpPr/>
          <p:nvPr/>
        </p:nvSpPr>
        <p:spPr>
          <a:xfrm>
            <a:off x="2617600" y="2872194"/>
            <a:ext cx="886440" cy="886440"/>
          </a:xfrm>
          <a:prstGeom prst="ellipse">
            <a:avLst/>
          </a:prstGeom>
          <a:solidFill>
            <a:schemeClr val="accent1"/>
          </a:solidFill>
          <a:ln w="7620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E21A137D-9C21-46A1-DBDE-13B7A912321B}"/>
              </a:ext>
            </a:extLst>
          </p:cNvPr>
          <p:cNvSpPr/>
          <p:nvPr/>
        </p:nvSpPr>
        <p:spPr>
          <a:xfrm>
            <a:off x="4970932" y="691449"/>
            <a:ext cx="945559" cy="945559"/>
          </a:xfrm>
          <a:prstGeom prst="ellipse">
            <a:avLst/>
          </a:prstGeom>
          <a:solidFill>
            <a:schemeClr val="accent1"/>
          </a:solidFill>
          <a:ln w="76200">
            <a:solidFill>
              <a:schemeClr val="bg2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 dirty="0"/>
          </a:p>
        </p:txBody>
      </p:sp>
      <p:grpSp>
        <p:nvGrpSpPr>
          <p:cNvPr id="21" name="Google Shape;8932;p86">
            <a:extLst>
              <a:ext uri="{FF2B5EF4-FFF2-40B4-BE49-F238E27FC236}">
                <a16:creationId xmlns:a16="http://schemas.microsoft.com/office/drawing/2014/main" id="{D19A4972-FE90-14E2-2462-E2D4E7699FF0}"/>
              </a:ext>
            </a:extLst>
          </p:cNvPr>
          <p:cNvGrpSpPr/>
          <p:nvPr/>
        </p:nvGrpSpPr>
        <p:grpSpPr>
          <a:xfrm>
            <a:off x="2788443" y="3068478"/>
            <a:ext cx="529241" cy="497529"/>
            <a:chOff x="-42804750" y="1949600"/>
            <a:chExt cx="337125" cy="316925"/>
          </a:xfrm>
          <a:solidFill>
            <a:schemeClr val="bg2">
              <a:lumMod val="95000"/>
            </a:schemeClr>
          </a:solidFill>
        </p:grpSpPr>
        <p:sp>
          <p:nvSpPr>
            <p:cNvPr id="22" name="Google Shape;8933;p86">
              <a:extLst>
                <a:ext uri="{FF2B5EF4-FFF2-40B4-BE49-F238E27FC236}">
                  <a16:creationId xmlns:a16="http://schemas.microsoft.com/office/drawing/2014/main" id="{335878D4-AC10-4E87-BD88-0E8F8D45551A}"/>
                </a:ext>
              </a:extLst>
            </p:cNvPr>
            <p:cNvSpPr/>
            <p:nvPr/>
          </p:nvSpPr>
          <p:spPr>
            <a:xfrm>
              <a:off x="-42731500" y="2013125"/>
              <a:ext cx="189825" cy="189900"/>
            </a:xfrm>
            <a:custGeom>
              <a:avLst/>
              <a:gdLst/>
              <a:ahLst/>
              <a:cxnLst/>
              <a:rect l="l" t="t" r="r" b="b"/>
              <a:pathLst>
                <a:path w="7593" h="7596" extrusionOk="0">
                  <a:moveTo>
                    <a:pt x="3781" y="805"/>
                  </a:moveTo>
                  <a:cubicBezTo>
                    <a:pt x="5419" y="805"/>
                    <a:pt x="6742" y="2128"/>
                    <a:pt x="6742" y="3767"/>
                  </a:cubicBezTo>
                  <a:cubicBezTo>
                    <a:pt x="6774" y="5405"/>
                    <a:pt x="5419" y="6760"/>
                    <a:pt x="3781" y="6760"/>
                  </a:cubicBezTo>
                  <a:cubicBezTo>
                    <a:pt x="2426" y="6760"/>
                    <a:pt x="1292" y="5878"/>
                    <a:pt x="946" y="4649"/>
                  </a:cubicBezTo>
                  <a:cubicBezTo>
                    <a:pt x="347" y="2727"/>
                    <a:pt x="1765" y="805"/>
                    <a:pt x="3781" y="805"/>
                  </a:cubicBezTo>
                  <a:close/>
                  <a:moveTo>
                    <a:pt x="3809" y="1"/>
                  </a:moveTo>
                  <a:cubicBezTo>
                    <a:pt x="3297" y="1"/>
                    <a:pt x="2785" y="105"/>
                    <a:pt x="2300" y="301"/>
                  </a:cubicBezTo>
                  <a:cubicBezTo>
                    <a:pt x="946" y="868"/>
                    <a:pt x="0" y="2223"/>
                    <a:pt x="0" y="3798"/>
                  </a:cubicBezTo>
                  <a:cubicBezTo>
                    <a:pt x="0" y="5058"/>
                    <a:pt x="630" y="6224"/>
                    <a:pt x="1670" y="6949"/>
                  </a:cubicBezTo>
                  <a:cubicBezTo>
                    <a:pt x="2333" y="7390"/>
                    <a:pt x="3060" y="7596"/>
                    <a:pt x="3776" y="7596"/>
                  </a:cubicBezTo>
                  <a:cubicBezTo>
                    <a:pt x="4286" y="7596"/>
                    <a:pt x="4790" y="7492"/>
                    <a:pt x="5262" y="7295"/>
                  </a:cubicBezTo>
                  <a:cubicBezTo>
                    <a:pt x="6648" y="6697"/>
                    <a:pt x="7593" y="5373"/>
                    <a:pt x="7593" y="3798"/>
                  </a:cubicBezTo>
                  <a:cubicBezTo>
                    <a:pt x="7593" y="2506"/>
                    <a:pt x="6931" y="1341"/>
                    <a:pt x="5892" y="648"/>
                  </a:cubicBezTo>
                  <a:cubicBezTo>
                    <a:pt x="5248" y="206"/>
                    <a:pt x="4528" y="1"/>
                    <a:pt x="3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3" name="Google Shape;8934;p86">
              <a:extLst>
                <a:ext uri="{FF2B5EF4-FFF2-40B4-BE49-F238E27FC236}">
                  <a16:creationId xmlns:a16="http://schemas.microsoft.com/office/drawing/2014/main" id="{77797664-2ABE-5341-DF9D-BF1478A9CCB4}"/>
                </a:ext>
              </a:extLst>
            </p:cNvPr>
            <p:cNvSpPr/>
            <p:nvPr/>
          </p:nvSpPr>
          <p:spPr>
            <a:xfrm>
              <a:off x="-42804750" y="1949600"/>
              <a:ext cx="337125" cy="316925"/>
            </a:xfrm>
            <a:custGeom>
              <a:avLst/>
              <a:gdLst/>
              <a:ahLst/>
              <a:cxnLst/>
              <a:rect l="l" t="t" r="r" b="b"/>
              <a:pathLst>
                <a:path w="13485" h="12677" extrusionOk="0">
                  <a:moveTo>
                    <a:pt x="3306" y="817"/>
                  </a:moveTo>
                  <a:cubicBezTo>
                    <a:pt x="3769" y="817"/>
                    <a:pt x="4233" y="967"/>
                    <a:pt x="4600" y="1267"/>
                  </a:cubicBezTo>
                  <a:cubicBezTo>
                    <a:pt x="3277" y="1802"/>
                    <a:pt x="2174" y="2905"/>
                    <a:pt x="1607" y="4260"/>
                  </a:cubicBezTo>
                  <a:cubicBezTo>
                    <a:pt x="914" y="3283"/>
                    <a:pt x="1072" y="1897"/>
                    <a:pt x="2143" y="1172"/>
                  </a:cubicBezTo>
                  <a:cubicBezTo>
                    <a:pt x="2484" y="935"/>
                    <a:pt x="2895" y="817"/>
                    <a:pt x="3306" y="817"/>
                  </a:cubicBezTo>
                  <a:close/>
                  <a:moveTo>
                    <a:pt x="10101" y="823"/>
                  </a:moveTo>
                  <a:cubicBezTo>
                    <a:pt x="10771" y="823"/>
                    <a:pt x="11436" y="1137"/>
                    <a:pt x="11846" y="1771"/>
                  </a:cubicBezTo>
                  <a:cubicBezTo>
                    <a:pt x="12382" y="2527"/>
                    <a:pt x="12319" y="3535"/>
                    <a:pt x="11783" y="4260"/>
                  </a:cubicBezTo>
                  <a:cubicBezTo>
                    <a:pt x="11248" y="2905"/>
                    <a:pt x="10177" y="1802"/>
                    <a:pt x="8790" y="1267"/>
                  </a:cubicBezTo>
                  <a:cubicBezTo>
                    <a:pt x="9176" y="971"/>
                    <a:pt x="9640" y="823"/>
                    <a:pt x="10101" y="823"/>
                  </a:cubicBezTo>
                  <a:close/>
                  <a:moveTo>
                    <a:pt x="6662" y="1686"/>
                  </a:moveTo>
                  <a:cubicBezTo>
                    <a:pt x="7287" y="1686"/>
                    <a:pt x="7908" y="1809"/>
                    <a:pt x="8475" y="2055"/>
                  </a:cubicBezTo>
                  <a:cubicBezTo>
                    <a:pt x="10177" y="2748"/>
                    <a:pt x="11311" y="4417"/>
                    <a:pt x="11311" y="6339"/>
                  </a:cubicBezTo>
                  <a:cubicBezTo>
                    <a:pt x="11374" y="8891"/>
                    <a:pt x="9263" y="10970"/>
                    <a:pt x="6711" y="10970"/>
                  </a:cubicBezTo>
                  <a:cubicBezTo>
                    <a:pt x="4159" y="10970"/>
                    <a:pt x="2048" y="8891"/>
                    <a:pt x="2017" y="6339"/>
                  </a:cubicBezTo>
                  <a:cubicBezTo>
                    <a:pt x="2017" y="4764"/>
                    <a:pt x="2804" y="3346"/>
                    <a:pt x="4065" y="2464"/>
                  </a:cubicBezTo>
                  <a:cubicBezTo>
                    <a:pt x="4846" y="1943"/>
                    <a:pt x="5759" y="1686"/>
                    <a:pt x="6662" y="1686"/>
                  </a:cubicBezTo>
                  <a:close/>
                  <a:moveTo>
                    <a:pt x="3282" y="1"/>
                  </a:moveTo>
                  <a:cubicBezTo>
                    <a:pt x="2347" y="1"/>
                    <a:pt x="1411" y="437"/>
                    <a:pt x="820" y="1298"/>
                  </a:cubicBezTo>
                  <a:cubicBezTo>
                    <a:pt x="0" y="2496"/>
                    <a:pt x="189" y="4165"/>
                    <a:pt x="1292" y="5142"/>
                  </a:cubicBezTo>
                  <a:cubicBezTo>
                    <a:pt x="820" y="7316"/>
                    <a:pt x="1702" y="9553"/>
                    <a:pt x="3497" y="10844"/>
                  </a:cubicBezTo>
                  <a:lnTo>
                    <a:pt x="2867" y="12073"/>
                  </a:lnTo>
                  <a:cubicBezTo>
                    <a:pt x="2773" y="12262"/>
                    <a:pt x="2867" y="12514"/>
                    <a:pt x="3088" y="12640"/>
                  </a:cubicBezTo>
                  <a:cubicBezTo>
                    <a:pt x="3137" y="12665"/>
                    <a:pt x="3189" y="12677"/>
                    <a:pt x="3240" y="12677"/>
                  </a:cubicBezTo>
                  <a:cubicBezTo>
                    <a:pt x="3386" y="12677"/>
                    <a:pt x="3530" y="12582"/>
                    <a:pt x="3623" y="12420"/>
                  </a:cubicBezTo>
                  <a:lnTo>
                    <a:pt x="4222" y="11254"/>
                  </a:lnTo>
                  <a:cubicBezTo>
                    <a:pt x="4994" y="11632"/>
                    <a:pt x="5821" y="11821"/>
                    <a:pt x="6648" y="11821"/>
                  </a:cubicBezTo>
                  <a:cubicBezTo>
                    <a:pt x="7475" y="11821"/>
                    <a:pt x="8302" y="11632"/>
                    <a:pt x="9074" y="11254"/>
                  </a:cubicBezTo>
                  <a:lnTo>
                    <a:pt x="9641" y="12420"/>
                  </a:lnTo>
                  <a:cubicBezTo>
                    <a:pt x="9736" y="12587"/>
                    <a:pt x="9904" y="12663"/>
                    <a:pt x="10062" y="12663"/>
                  </a:cubicBezTo>
                  <a:cubicBezTo>
                    <a:pt x="10113" y="12663"/>
                    <a:pt x="10162" y="12655"/>
                    <a:pt x="10208" y="12640"/>
                  </a:cubicBezTo>
                  <a:cubicBezTo>
                    <a:pt x="10397" y="12514"/>
                    <a:pt x="10492" y="12262"/>
                    <a:pt x="10397" y="12073"/>
                  </a:cubicBezTo>
                  <a:lnTo>
                    <a:pt x="9767" y="10844"/>
                  </a:lnTo>
                  <a:cubicBezTo>
                    <a:pt x="11594" y="9584"/>
                    <a:pt x="12476" y="7347"/>
                    <a:pt x="11972" y="5142"/>
                  </a:cubicBezTo>
                  <a:cubicBezTo>
                    <a:pt x="13485" y="3882"/>
                    <a:pt x="13359" y="1582"/>
                    <a:pt x="11752" y="511"/>
                  </a:cubicBezTo>
                  <a:cubicBezTo>
                    <a:pt x="11243" y="171"/>
                    <a:pt x="10658" y="5"/>
                    <a:pt x="10078" y="5"/>
                  </a:cubicBezTo>
                  <a:cubicBezTo>
                    <a:pt x="9258" y="5"/>
                    <a:pt x="8449" y="338"/>
                    <a:pt x="7877" y="983"/>
                  </a:cubicBezTo>
                  <a:cubicBezTo>
                    <a:pt x="7483" y="905"/>
                    <a:pt x="7081" y="865"/>
                    <a:pt x="6679" y="865"/>
                  </a:cubicBezTo>
                  <a:cubicBezTo>
                    <a:pt x="6278" y="865"/>
                    <a:pt x="5876" y="905"/>
                    <a:pt x="5482" y="983"/>
                  </a:cubicBezTo>
                  <a:cubicBezTo>
                    <a:pt x="4898" y="326"/>
                    <a:pt x="4090" y="1"/>
                    <a:pt x="32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24" name="Google Shape;8935;p86">
              <a:extLst>
                <a:ext uri="{FF2B5EF4-FFF2-40B4-BE49-F238E27FC236}">
                  <a16:creationId xmlns:a16="http://schemas.microsoft.com/office/drawing/2014/main" id="{2FF3576F-4E3D-8EDE-7BCB-5DC7496BF589}"/>
                </a:ext>
              </a:extLst>
            </p:cNvPr>
            <p:cNvSpPr/>
            <p:nvPr/>
          </p:nvSpPr>
          <p:spPr>
            <a:xfrm>
              <a:off x="-42644075" y="2060025"/>
              <a:ext cx="59100" cy="65400"/>
            </a:xfrm>
            <a:custGeom>
              <a:avLst/>
              <a:gdLst/>
              <a:ahLst/>
              <a:cxnLst/>
              <a:rect l="l" t="t" r="r" b="b"/>
              <a:pathLst>
                <a:path w="2364" h="2616" extrusionOk="0">
                  <a:moveTo>
                    <a:pt x="442" y="0"/>
                  </a:moveTo>
                  <a:cubicBezTo>
                    <a:pt x="189" y="0"/>
                    <a:pt x="0" y="189"/>
                    <a:pt x="0" y="410"/>
                  </a:cubicBezTo>
                  <a:lnTo>
                    <a:pt x="0" y="2237"/>
                  </a:lnTo>
                  <a:cubicBezTo>
                    <a:pt x="0" y="2458"/>
                    <a:pt x="189" y="2615"/>
                    <a:pt x="442" y="2615"/>
                  </a:cubicBezTo>
                  <a:lnTo>
                    <a:pt x="1922" y="2615"/>
                  </a:lnTo>
                  <a:cubicBezTo>
                    <a:pt x="2174" y="2615"/>
                    <a:pt x="2363" y="2426"/>
                    <a:pt x="2363" y="2237"/>
                  </a:cubicBezTo>
                  <a:cubicBezTo>
                    <a:pt x="2363" y="1954"/>
                    <a:pt x="2174" y="1796"/>
                    <a:pt x="1922" y="1796"/>
                  </a:cubicBezTo>
                  <a:lnTo>
                    <a:pt x="820" y="1796"/>
                  </a:lnTo>
                  <a:lnTo>
                    <a:pt x="820" y="410"/>
                  </a:lnTo>
                  <a:cubicBezTo>
                    <a:pt x="820" y="189"/>
                    <a:pt x="631" y="0"/>
                    <a:pt x="44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25" name="Google Shape;8961;p86">
            <a:extLst>
              <a:ext uri="{FF2B5EF4-FFF2-40B4-BE49-F238E27FC236}">
                <a16:creationId xmlns:a16="http://schemas.microsoft.com/office/drawing/2014/main" id="{30203B93-2E6B-5D06-E3D8-7B2268004DBD}"/>
              </a:ext>
            </a:extLst>
          </p:cNvPr>
          <p:cNvSpPr/>
          <p:nvPr/>
        </p:nvSpPr>
        <p:spPr>
          <a:xfrm>
            <a:off x="5104993" y="5523716"/>
            <a:ext cx="449457" cy="409282"/>
          </a:xfrm>
          <a:custGeom>
            <a:avLst/>
            <a:gdLst/>
            <a:ahLst/>
            <a:cxnLst/>
            <a:rect l="l" t="t" r="r" b="b"/>
            <a:pathLst>
              <a:path w="12698" h="11563" extrusionOk="0">
                <a:moveTo>
                  <a:pt x="2490" y="820"/>
                </a:moveTo>
                <a:cubicBezTo>
                  <a:pt x="3529" y="914"/>
                  <a:pt x="4600" y="1292"/>
                  <a:pt x="5483" y="2017"/>
                </a:cubicBezTo>
                <a:lnTo>
                  <a:pt x="5798" y="2237"/>
                </a:lnTo>
                <a:lnTo>
                  <a:pt x="5798" y="10334"/>
                </a:lnTo>
                <a:lnTo>
                  <a:pt x="5766" y="10334"/>
                </a:lnTo>
                <a:cubicBezTo>
                  <a:pt x="4789" y="9609"/>
                  <a:pt x="3655" y="9168"/>
                  <a:pt x="2490" y="9105"/>
                </a:cubicBezTo>
                <a:lnTo>
                  <a:pt x="2490" y="820"/>
                </a:lnTo>
                <a:close/>
                <a:moveTo>
                  <a:pt x="9925" y="883"/>
                </a:moveTo>
                <a:lnTo>
                  <a:pt x="9925" y="9137"/>
                </a:lnTo>
                <a:cubicBezTo>
                  <a:pt x="8728" y="9200"/>
                  <a:pt x="7593" y="9609"/>
                  <a:pt x="6617" y="10334"/>
                </a:cubicBezTo>
                <a:lnTo>
                  <a:pt x="6617" y="2300"/>
                </a:lnTo>
                <a:lnTo>
                  <a:pt x="6932" y="2048"/>
                </a:lnTo>
                <a:cubicBezTo>
                  <a:pt x="7782" y="1355"/>
                  <a:pt x="8854" y="946"/>
                  <a:pt x="9925" y="883"/>
                </a:cubicBezTo>
                <a:close/>
                <a:moveTo>
                  <a:pt x="1702" y="2458"/>
                </a:moveTo>
                <a:lnTo>
                  <a:pt x="1702" y="9483"/>
                </a:lnTo>
                <a:cubicBezTo>
                  <a:pt x="1702" y="9735"/>
                  <a:pt x="1891" y="9924"/>
                  <a:pt x="2080" y="9924"/>
                </a:cubicBezTo>
                <a:cubicBezTo>
                  <a:pt x="3057" y="9924"/>
                  <a:pt x="4096" y="10208"/>
                  <a:pt x="4978" y="10744"/>
                </a:cubicBezTo>
                <a:lnTo>
                  <a:pt x="1261" y="10744"/>
                </a:lnTo>
                <a:cubicBezTo>
                  <a:pt x="1009" y="10744"/>
                  <a:pt x="851" y="10555"/>
                  <a:pt x="851" y="10334"/>
                </a:cubicBezTo>
                <a:lnTo>
                  <a:pt x="851" y="2867"/>
                </a:lnTo>
                <a:cubicBezTo>
                  <a:pt x="851" y="2647"/>
                  <a:pt x="1040" y="2489"/>
                  <a:pt x="1261" y="2458"/>
                </a:cubicBezTo>
                <a:close/>
                <a:moveTo>
                  <a:pt x="11406" y="2458"/>
                </a:moveTo>
                <a:cubicBezTo>
                  <a:pt x="11658" y="2458"/>
                  <a:pt x="11815" y="2647"/>
                  <a:pt x="11847" y="2867"/>
                </a:cubicBezTo>
                <a:lnTo>
                  <a:pt x="11847" y="10334"/>
                </a:lnTo>
                <a:cubicBezTo>
                  <a:pt x="11847" y="10555"/>
                  <a:pt x="11658" y="10712"/>
                  <a:pt x="11406" y="10744"/>
                </a:cubicBezTo>
                <a:lnTo>
                  <a:pt x="7436" y="10744"/>
                </a:lnTo>
                <a:cubicBezTo>
                  <a:pt x="8255" y="10239"/>
                  <a:pt x="9295" y="9924"/>
                  <a:pt x="10303" y="9924"/>
                </a:cubicBezTo>
                <a:cubicBezTo>
                  <a:pt x="10555" y="9924"/>
                  <a:pt x="10712" y="9735"/>
                  <a:pt x="10712" y="9483"/>
                </a:cubicBezTo>
                <a:lnTo>
                  <a:pt x="10712" y="2458"/>
                </a:lnTo>
                <a:close/>
                <a:moveTo>
                  <a:pt x="2080" y="0"/>
                </a:moveTo>
                <a:cubicBezTo>
                  <a:pt x="1828" y="0"/>
                  <a:pt x="1670" y="189"/>
                  <a:pt x="1670" y="410"/>
                </a:cubicBezTo>
                <a:lnTo>
                  <a:pt x="1670" y="1670"/>
                </a:lnTo>
                <a:lnTo>
                  <a:pt x="1261" y="1670"/>
                </a:lnTo>
                <a:cubicBezTo>
                  <a:pt x="568" y="1670"/>
                  <a:pt x="1" y="2206"/>
                  <a:pt x="32" y="2930"/>
                </a:cubicBezTo>
                <a:lnTo>
                  <a:pt x="32" y="10334"/>
                </a:lnTo>
                <a:cubicBezTo>
                  <a:pt x="32" y="10996"/>
                  <a:pt x="568" y="11563"/>
                  <a:pt x="1261" y="11563"/>
                </a:cubicBezTo>
                <a:lnTo>
                  <a:pt x="11437" y="11563"/>
                </a:lnTo>
                <a:cubicBezTo>
                  <a:pt x="12130" y="11563"/>
                  <a:pt x="12697" y="11027"/>
                  <a:pt x="12697" y="10334"/>
                </a:cubicBezTo>
                <a:lnTo>
                  <a:pt x="12697" y="2867"/>
                </a:lnTo>
                <a:cubicBezTo>
                  <a:pt x="12666" y="2206"/>
                  <a:pt x="12130" y="1670"/>
                  <a:pt x="11437" y="1670"/>
                </a:cubicBezTo>
                <a:lnTo>
                  <a:pt x="10744" y="1670"/>
                </a:lnTo>
                <a:lnTo>
                  <a:pt x="10744" y="410"/>
                </a:lnTo>
                <a:cubicBezTo>
                  <a:pt x="10744" y="158"/>
                  <a:pt x="10555" y="0"/>
                  <a:pt x="10334" y="0"/>
                </a:cubicBezTo>
                <a:cubicBezTo>
                  <a:pt x="8980" y="0"/>
                  <a:pt x="7562" y="473"/>
                  <a:pt x="6396" y="1387"/>
                </a:cubicBezTo>
                <a:lnTo>
                  <a:pt x="6207" y="1544"/>
                </a:lnTo>
                <a:lnTo>
                  <a:pt x="6018" y="1387"/>
                </a:lnTo>
                <a:cubicBezTo>
                  <a:pt x="4915" y="473"/>
                  <a:pt x="3498" y="0"/>
                  <a:pt x="2080" y="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26" name="Google Shape;9580;p88">
            <a:extLst>
              <a:ext uri="{FF2B5EF4-FFF2-40B4-BE49-F238E27FC236}">
                <a16:creationId xmlns:a16="http://schemas.microsoft.com/office/drawing/2014/main" id="{E0C4DEC7-6317-3473-9D51-BEB6BCDE7F13}"/>
              </a:ext>
            </a:extLst>
          </p:cNvPr>
          <p:cNvGrpSpPr/>
          <p:nvPr/>
        </p:nvGrpSpPr>
        <p:grpSpPr>
          <a:xfrm>
            <a:off x="7523461" y="3094558"/>
            <a:ext cx="471449" cy="471449"/>
            <a:chOff x="-34032200" y="1916675"/>
            <a:chExt cx="291450" cy="291450"/>
          </a:xfrm>
          <a:solidFill>
            <a:schemeClr val="bg2"/>
          </a:solidFill>
        </p:grpSpPr>
        <p:sp>
          <p:nvSpPr>
            <p:cNvPr id="27" name="Google Shape;9581;p88">
              <a:extLst>
                <a:ext uri="{FF2B5EF4-FFF2-40B4-BE49-F238E27FC236}">
                  <a16:creationId xmlns:a16="http://schemas.microsoft.com/office/drawing/2014/main" id="{BC66852E-A718-32C4-D0E3-48168243C709}"/>
                </a:ext>
              </a:extLst>
            </p:cNvPr>
            <p:cNvSpPr/>
            <p:nvPr/>
          </p:nvSpPr>
          <p:spPr>
            <a:xfrm>
              <a:off x="-34032200" y="1916675"/>
              <a:ext cx="291450" cy="291450"/>
            </a:xfrm>
            <a:custGeom>
              <a:avLst/>
              <a:gdLst/>
              <a:ahLst/>
              <a:cxnLst/>
              <a:rect l="l" t="t" r="r" b="b"/>
              <a:pathLst>
                <a:path w="11658" h="11658" extrusionOk="0">
                  <a:moveTo>
                    <a:pt x="6459" y="694"/>
                  </a:moveTo>
                  <a:cubicBezTo>
                    <a:pt x="6648" y="694"/>
                    <a:pt x="6806" y="851"/>
                    <a:pt x="6806" y="1040"/>
                  </a:cubicBezTo>
                  <a:lnTo>
                    <a:pt x="6806" y="1387"/>
                  </a:lnTo>
                  <a:lnTo>
                    <a:pt x="662" y="1387"/>
                  </a:lnTo>
                  <a:lnTo>
                    <a:pt x="662" y="1040"/>
                  </a:lnTo>
                  <a:cubicBezTo>
                    <a:pt x="662" y="851"/>
                    <a:pt x="820" y="694"/>
                    <a:pt x="977" y="694"/>
                  </a:cubicBezTo>
                  <a:close/>
                  <a:moveTo>
                    <a:pt x="10303" y="4096"/>
                  </a:moveTo>
                  <a:lnTo>
                    <a:pt x="8192" y="5419"/>
                  </a:lnTo>
                  <a:lnTo>
                    <a:pt x="6207" y="4096"/>
                  </a:lnTo>
                  <a:close/>
                  <a:moveTo>
                    <a:pt x="5420" y="4411"/>
                  </a:moveTo>
                  <a:lnTo>
                    <a:pt x="7971" y="6112"/>
                  </a:lnTo>
                  <a:cubicBezTo>
                    <a:pt x="8034" y="6144"/>
                    <a:pt x="8097" y="6144"/>
                    <a:pt x="8192" y="6144"/>
                  </a:cubicBezTo>
                  <a:cubicBezTo>
                    <a:pt x="8255" y="6144"/>
                    <a:pt x="8286" y="6144"/>
                    <a:pt x="8381" y="6112"/>
                  </a:cubicBezTo>
                  <a:lnTo>
                    <a:pt x="10933" y="4537"/>
                  </a:lnTo>
                  <a:lnTo>
                    <a:pt x="10933" y="7184"/>
                  </a:lnTo>
                  <a:cubicBezTo>
                    <a:pt x="10933" y="7373"/>
                    <a:pt x="10775" y="7530"/>
                    <a:pt x="10618" y="7530"/>
                  </a:cubicBezTo>
                  <a:lnTo>
                    <a:pt x="5766" y="7530"/>
                  </a:lnTo>
                  <a:cubicBezTo>
                    <a:pt x="5577" y="7530"/>
                    <a:pt x="5420" y="7373"/>
                    <a:pt x="5420" y="7184"/>
                  </a:cubicBezTo>
                  <a:lnTo>
                    <a:pt x="5420" y="4443"/>
                  </a:lnTo>
                  <a:lnTo>
                    <a:pt x="5420" y="4411"/>
                  </a:lnTo>
                  <a:close/>
                  <a:moveTo>
                    <a:pt x="6806" y="2048"/>
                  </a:moveTo>
                  <a:lnTo>
                    <a:pt x="6806" y="3435"/>
                  </a:lnTo>
                  <a:lnTo>
                    <a:pt x="5766" y="3435"/>
                  </a:lnTo>
                  <a:cubicBezTo>
                    <a:pt x="5231" y="3435"/>
                    <a:pt x="4758" y="3907"/>
                    <a:pt x="4758" y="4443"/>
                  </a:cubicBezTo>
                  <a:lnTo>
                    <a:pt x="4758" y="7184"/>
                  </a:lnTo>
                  <a:cubicBezTo>
                    <a:pt x="4758" y="7719"/>
                    <a:pt x="5231" y="8192"/>
                    <a:pt x="5766" y="8192"/>
                  </a:cubicBezTo>
                  <a:lnTo>
                    <a:pt x="6806" y="8192"/>
                  </a:lnTo>
                  <a:lnTo>
                    <a:pt x="6806" y="8916"/>
                  </a:lnTo>
                  <a:lnTo>
                    <a:pt x="662" y="8916"/>
                  </a:lnTo>
                  <a:lnTo>
                    <a:pt x="662" y="2048"/>
                  </a:lnTo>
                  <a:close/>
                  <a:moveTo>
                    <a:pt x="6774" y="9578"/>
                  </a:moveTo>
                  <a:lnTo>
                    <a:pt x="6774" y="10649"/>
                  </a:lnTo>
                  <a:cubicBezTo>
                    <a:pt x="6806" y="10838"/>
                    <a:pt x="6648" y="10996"/>
                    <a:pt x="6459" y="10996"/>
                  </a:cubicBezTo>
                  <a:lnTo>
                    <a:pt x="977" y="10996"/>
                  </a:lnTo>
                  <a:cubicBezTo>
                    <a:pt x="788" y="10996"/>
                    <a:pt x="631" y="10838"/>
                    <a:pt x="631" y="10649"/>
                  </a:cubicBezTo>
                  <a:lnTo>
                    <a:pt x="631" y="9578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10649"/>
                  </a:lnTo>
                  <a:cubicBezTo>
                    <a:pt x="1" y="11185"/>
                    <a:pt x="473" y="11657"/>
                    <a:pt x="1009" y="11657"/>
                  </a:cubicBezTo>
                  <a:lnTo>
                    <a:pt x="6491" y="11657"/>
                  </a:lnTo>
                  <a:cubicBezTo>
                    <a:pt x="7026" y="11657"/>
                    <a:pt x="7499" y="11185"/>
                    <a:pt x="7499" y="10649"/>
                  </a:cubicBezTo>
                  <a:lnTo>
                    <a:pt x="7499" y="8255"/>
                  </a:lnTo>
                  <a:lnTo>
                    <a:pt x="10618" y="8255"/>
                  </a:lnTo>
                  <a:cubicBezTo>
                    <a:pt x="11185" y="8255"/>
                    <a:pt x="11658" y="7782"/>
                    <a:pt x="11658" y="7215"/>
                  </a:cubicBezTo>
                  <a:lnTo>
                    <a:pt x="11658" y="4506"/>
                  </a:lnTo>
                  <a:cubicBezTo>
                    <a:pt x="11658" y="3907"/>
                    <a:pt x="11185" y="3435"/>
                    <a:pt x="10618" y="3435"/>
                  </a:cubicBezTo>
                  <a:lnTo>
                    <a:pt x="7499" y="3435"/>
                  </a:lnTo>
                  <a:lnTo>
                    <a:pt x="7499" y="1040"/>
                  </a:lnTo>
                  <a:cubicBezTo>
                    <a:pt x="7499" y="473"/>
                    <a:pt x="7026" y="1"/>
                    <a:pt x="6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28" name="Google Shape;9582;p88">
              <a:extLst>
                <a:ext uri="{FF2B5EF4-FFF2-40B4-BE49-F238E27FC236}">
                  <a16:creationId xmlns:a16="http://schemas.microsoft.com/office/drawing/2014/main" id="{36B36291-1B53-0980-07C9-E9F176A805C7}"/>
                </a:ext>
              </a:extLst>
            </p:cNvPr>
            <p:cNvSpPr/>
            <p:nvPr/>
          </p:nvSpPr>
          <p:spPr>
            <a:xfrm>
              <a:off x="-33999125" y="2019075"/>
              <a:ext cx="69350" cy="18125"/>
            </a:xfrm>
            <a:custGeom>
              <a:avLst/>
              <a:gdLst/>
              <a:ahLst/>
              <a:cxnLst/>
              <a:rect l="l" t="t" r="r" b="b"/>
              <a:pathLst>
                <a:path w="277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2395" y="725"/>
                  </a:lnTo>
                  <a:cubicBezTo>
                    <a:pt x="2616" y="725"/>
                    <a:pt x="2773" y="567"/>
                    <a:pt x="2773" y="378"/>
                  </a:cubicBezTo>
                  <a:cubicBezTo>
                    <a:pt x="2710" y="158"/>
                    <a:pt x="2616" y="0"/>
                    <a:pt x="23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" name="Google Shape;9583;p88">
              <a:extLst>
                <a:ext uri="{FF2B5EF4-FFF2-40B4-BE49-F238E27FC236}">
                  <a16:creationId xmlns:a16="http://schemas.microsoft.com/office/drawing/2014/main" id="{DB137E51-6B7B-705B-C11C-E2FCBA2BD9B5}"/>
                </a:ext>
              </a:extLst>
            </p:cNvPr>
            <p:cNvSpPr/>
            <p:nvPr/>
          </p:nvSpPr>
          <p:spPr>
            <a:xfrm>
              <a:off x="-33999900" y="2053725"/>
              <a:ext cx="52000" cy="18125"/>
            </a:xfrm>
            <a:custGeom>
              <a:avLst/>
              <a:gdLst/>
              <a:ahLst/>
              <a:cxnLst/>
              <a:rect l="l" t="t" r="r" b="b"/>
              <a:pathLst>
                <a:path w="2080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733" y="725"/>
                  </a:lnTo>
                  <a:cubicBezTo>
                    <a:pt x="1922" y="725"/>
                    <a:pt x="2080" y="567"/>
                    <a:pt x="2080" y="347"/>
                  </a:cubicBezTo>
                  <a:cubicBezTo>
                    <a:pt x="2080" y="158"/>
                    <a:pt x="1922" y="0"/>
                    <a:pt x="17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0" name="Google Shape;9584;p88">
              <a:extLst>
                <a:ext uri="{FF2B5EF4-FFF2-40B4-BE49-F238E27FC236}">
                  <a16:creationId xmlns:a16="http://schemas.microsoft.com/office/drawing/2014/main" id="{23F2626E-6AC4-CD32-F5FD-D44BB11F60B0}"/>
                </a:ext>
              </a:extLst>
            </p:cNvPr>
            <p:cNvSpPr/>
            <p:nvPr/>
          </p:nvSpPr>
          <p:spPr>
            <a:xfrm>
              <a:off x="-33999125" y="2088375"/>
              <a:ext cx="34675" cy="17350"/>
            </a:xfrm>
            <a:custGeom>
              <a:avLst/>
              <a:gdLst/>
              <a:ahLst/>
              <a:cxnLst/>
              <a:rect l="l" t="t" r="r" b="b"/>
              <a:pathLst>
                <a:path w="1387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041" y="694"/>
                  </a:lnTo>
                  <a:cubicBezTo>
                    <a:pt x="1230" y="694"/>
                    <a:pt x="1387" y="536"/>
                    <a:pt x="1387" y="347"/>
                  </a:cubicBezTo>
                  <a:cubicBezTo>
                    <a:pt x="1387" y="158"/>
                    <a:pt x="1230" y="1"/>
                    <a:pt x="10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332" name="Image 331">
            <a:extLst>
              <a:ext uri="{FF2B5EF4-FFF2-40B4-BE49-F238E27FC236}">
                <a16:creationId xmlns:a16="http://schemas.microsoft.com/office/drawing/2014/main" id="{A909ABDD-61CE-E8F0-225C-82181C699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4642" y="203735"/>
            <a:ext cx="1523835" cy="592941"/>
          </a:xfrm>
          <a:prstGeom prst="rect">
            <a:avLst/>
          </a:prstGeom>
        </p:spPr>
      </p:pic>
      <p:sp>
        <p:nvSpPr>
          <p:cNvPr id="334" name="ZoneTexte 333">
            <a:extLst>
              <a:ext uri="{FF2B5EF4-FFF2-40B4-BE49-F238E27FC236}">
                <a16:creationId xmlns:a16="http://schemas.microsoft.com/office/drawing/2014/main" id="{9ABCB382-DC00-296E-43C9-8C45415D6ED9}"/>
              </a:ext>
            </a:extLst>
          </p:cNvPr>
          <p:cNvSpPr txBox="1"/>
          <p:nvPr/>
        </p:nvSpPr>
        <p:spPr>
          <a:xfrm>
            <a:off x="336589" y="3870909"/>
            <a:ext cx="2573477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sz="2000" b="1" i="0" dirty="0">
                <a:solidFill>
                  <a:schemeClr val="bg1">
                    <a:lumMod val="95000"/>
                  </a:schemeClr>
                </a:solidFill>
                <a:effectLst/>
                <a:latin typeface="Google Sans"/>
              </a:rPr>
              <a:t>Retardataire </a:t>
            </a:r>
          </a:p>
          <a:p>
            <a:r>
              <a:rPr lang="fr-FR" sz="2000" b="1" i="0" dirty="0">
                <a:solidFill>
                  <a:schemeClr val="bg1">
                    <a:lumMod val="95000"/>
                  </a:schemeClr>
                </a:solidFill>
                <a:effectLst/>
                <a:latin typeface="Google Sans"/>
              </a:rPr>
              <a:t>chronique</a:t>
            </a:r>
            <a:endParaRPr lang="fr-FR" sz="2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35" name="ZoneTexte 334">
            <a:extLst>
              <a:ext uri="{FF2B5EF4-FFF2-40B4-BE49-F238E27FC236}">
                <a16:creationId xmlns:a16="http://schemas.microsoft.com/office/drawing/2014/main" id="{BACF5BB2-0AFF-7EF1-7B7F-5DC98A4CE8D4}"/>
              </a:ext>
            </a:extLst>
          </p:cNvPr>
          <p:cNvSpPr txBox="1"/>
          <p:nvPr/>
        </p:nvSpPr>
        <p:spPr>
          <a:xfrm>
            <a:off x="6326813" y="273879"/>
            <a:ext cx="28300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Outils d'</a:t>
            </a:r>
            <a:r>
              <a:rPr lang="fr-FR" sz="1600" b="1" dirty="0" err="1">
                <a:solidFill>
                  <a:schemeClr val="bg1"/>
                </a:solidFill>
              </a:rPr>
              <a:t>echange</a:t>
            </a:r>
            <a:r>
              <a:rPr lang="fr-FR" sz="1600" b="1" dirty="0">
                <a:solidFill>
                  <a:schemeClr val="bg1"/>
                </a:solidFill>
              </a:rPr>
              <a:t> traditionnels</a:t>
            </a:r>
          </a:p>
        </p:txBody>
      </p:sp>
      <p:sp>
        <p:nvSpPr>
          <p:cNvPr id="336" name="ZoneTexte 335">
            <a:extLst>
              <a:ext uri="{FF2B5EF4-FFF2-40B4-BE49-F238E27FC236}">
                <a16:creationId xmlns:a16="http://schemas.microsoft.com/office/drawing/2014/main" id="{F7A5C802-2E46-9BE8-7D20-6375E505DD9F}"/>
              </a:ext>
            </a:extLst>
          </p:cNvPr>
          <p:cNvSpPr txBox="1"/>
          <p:nvPr/>
        </p:nvSpPr>
        <p:spPr>
          <a:xfrm>
            <a:off x="8755310" y="3361202"/>
            <a:ext cx="23807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Logiciel de gestion et suivi non centralisé</a:t>
            </a:r>
          </a:p>
        </p:txBody>
      </p:sp>
      <p:sp>
        <p:nvSpPr>
          <p:cNvPr id="8" name="Bulle narrative : rectangle à coins arrondis 7">
            <a:extLst>
              <a:ext uri="{FF2B5EF4-FFF2-40B4-BE49-F238E27FC236}">
                <a16:creationId xmlns:a16="http://schemas.microsoft.com/office/drawing/2014/main" id="{E2A431C2-5763-4E88-F926-9DAB785510E7}"/>
              </a:ext>
            </a:extLst>
          </p:cNvPr>
          <p:cNvSpPr/>
          <p:nvPr/>
        </p:nvSpPr>
        <p:spPr>
          <a:xfrm>
            <a:off x="6714033" y="5900756"/>
            <a:ext cx="2406623" cy="779717"/>
          </a:xfrm>
          <a:prstGeom prst="wedgeRoundRectCallout">
            <a:avLst>
              <a:gd name="adj1" fmla="val -84093"/>
              <a:gd name="adj2" fmla="val -52658"/>
              <a:gd name="adj3" fmla="val 16667"/>
            </a:avLst>
          </a:prstGeom>
          <a:ln>
            <a:solidFill>
              <a:schemeClr val="bg2">
                <a:lumMod val="95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3" name="ZoneTexte 332">
            <a:extLst>
              <a:ext uri="{FF2B5EF4-FFF2-40B4-BE49-F238E27FC236}">
                <a16:creationId xmlns:a16="http://schemas.microsoft.com/office/drawing/2014/main" id="{24A88C13-4FC5-23E7-3223-1D85C320E939}"/>
              </a:ext>
            </a:extLst>
          </p:cNvPr>
          <p:cNvSpPr txBox="1"/>
          <p:nvPr/>
        </p:nvSpPr>
        <p:spPr>
          <a:xfrm>
            <a:off x="6796713" y="5988744"/>
            <a:ext cx="2241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/>
                </a:solidFill>
              </a:rPr>
              <a:t>Gestion des donnée sur papier et Excel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02BCCB4-DB1B-1ECE-1A00-2AAF48B3D2B1}"/>
              </a:ext>
            </a:extLst>
          </p:cNvPr>
          <p:cNvSpPr txBox="1"/>
          <p:nvPr/>
        </p:nvSpPr>
        <p:spPr>
          <a:xfrm>
            <a:off x="11615744" y="6235771"/>
            <a:ext cx="258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</a:t>
            </a:r>
          </a:p>
        </p:txBody>
      </p:sp>
      <p:sp>
        <p:nvSpPr>
          <p:cNvPr id="17" name="Google Shape;9581;p88">
            <a:extLst>
              <a:ext uri="{FF2B5EF4-FFF2-40B4-BE49-F238E27FC236}">
                <a16:creationId xmlns:a16="http://schemas.microsoft.com/office/drawing/2014/main" id="{BC66852E-A718-32C4-D0E3-48168243C709}"/>
              </a:ext>
            </a:extLst>
          </p:cNvPr>
          <p:cNvSpPr/>
          <p:nvPr/>
        </p:nvSpPr>
        <p:spPr>
          <a:xfrm>
            <a:off x="5284225" y="899285"/>
            <a:ext cx="471449" cy="471449"/>
          </a:xfrm>
          <a:custGeom>
            <a:avLst/>
            <a:gdLst/>
            <a:ahLst/>
            <a:cxnLst/>
            <a:rect l="l" t="t" r="r" b="b"/>
            <a:pathLst>
              <a:path w="11658" h="11658" extrusionOk="0">
                <a:moveTo>
                  <a:pt x="6459" y="694"/>
                </a:moveTo>
                <a:cubicBezTo>
                  <a:pt x="6648" y="694"/>
                  <a:pt x="6806" y="851"/>
                  <a:pt x="6806" y="1040"/>
                </a:cubicBezTo>
                <a:lnTo>
                  <a:pt x="6806" y="1387"/>
                </a:lnTo>
                <a:lnTo>
                  <a:pt x="662" y="1387"/>
                </a:lnTo>
                <a:lnTo>
                  <a:pt x="662" y="1040"/>
                </a:lnTo>
                <a:cubicBezTo>
                  <a:pt x="662" y="851"/>
                  <a:pt x="820" y="694"/>
                  <a:pt x="977" y="694"/>
                </a:cubicBezTo>
                <a:close/>
                <a:moveTo>
                  <a:pt x="10303" y="4096"/>
                </a:moveTo>
                <a:lnTo>
                  <a:pt x="8192" y="5419"/>
                </a:lnTo>
                <a:lnTo>
                  <a:pt x="6207" y="4096"/>
                </a:lnTo>
                <a:close/>
                <a:moveTo>
                  <a:pt x="5420" y="4411"/>
                </a:moveTo>
                <a:lnTo>
                  <a:pt x="7971" y="6112"/>
                </a:lnTo>
                <a:cubicBezTo>
                  <a:pt x="8034" y="6144"/>
                  <a:pt x="8097" y="6144"/>
                  <a:pt x="8192" y="6144"/>
                </a:cubicBezTo>
                <a:cubicBezTo>
                  <a:pt x="8255" y="6144"/>
                  <a:pt x="8286" y="6144"/>
                  <a:pt x="8381" y="6112"/>
                </a:cubicBezTo>
                <a:lnTo>
                  <a:pt x="10933" y="4537"/>
                </a:lnTo>
                <a:lnTo>
                  <a:pt x="10933" y="7184"/>
                </a:lnTo>
                <a:cubicBezTo>
                  <a:pt x="10933" y="7373"/>
                  <a:pt x="10775" y="7530"/>
                  <a:pt x="10618" y="7530"/>
                </a:cubicBezTo>
                <a:lnTo>
                  <a:pt x="5766" y="7530"/>
                </a:lnTo>
                <a:cubicBezTo>
                  <a:pt x="5577" y="7530"/>
                  <a:pt x="5420" y="7373"/>
                  <a:pt x="5420" y="7184"/>
                </a:cubicBezTo>
                <a:lnTo>
                  <a:pt x="5420" y="4443"/>
                </a:lnTo>
                <a:lnTo>
                  <a:pt x="5420" y="4411"/>
                </a:lnTo>
                <a:close/>
                <a:moveTo>
                  <a:pt x="6806" y="2048"/>
                </a:moveTo>
                <a:lnTo>
                  <a:pt x="6806" y="3435"/>
                </a:lnTo>
                <a:lnTo>
                  <a:pt x="5766" y="3435"/>
                </a:lnTo>
                <a:cubicBezTo>
                  <a:pt x="5231" y="3435"/>
                  <a:pt x="4758" y="3907"/>
                  <a:pt x="4758" y="4443"/>
                </a:cubicBezTo>
                <a:lnTo>
                  <a:pt x="4758" y="7184"/>
                </a:lnTo>
                <a:cubicBezTo>
                  <a:pt x="4758" y="7719"/>
                  <a:pt x="5231" y="8192"/>
                  <a:pt x="5766" y="8192"/>
                </a:cubicBezTo>
                <a:lnTo>
                  <a:pt x="6806" y="8192"/>
                </a:lnTo>
                <a:lnTo>
                  <a:pt x="6806" y="8916"/>
                </a:lnTo>
                <a:lnTo>
                  <a:pt x="662" y="8916"/>
                </a:lnTo>
                <a:lnTo>
                  <a:pt x="662" y="2048"/>
                </a:lnTo>
                <a:close/>
                <a:moveTo>
                  <a:pt x="6774" y="9578"/>
                </a:moveTo>
                <a:lnTo>
                  <a:pt x="6774" y="10649"/>
                </a:lnTo>
                <a:cubicBezTo>
                  <a:pt x="6806" y="10838"/>
                  <a:pt x="6648" y="10996"/>
                  <a:pt x="6459" y="10996"/>
                </a:cubicBezTo>
                <a:lnTo>
                  <a:pt x="977" y="10996"/>
                </a:lnTo>
                <a:cubicBezTo>
                  <a:pt x="788" y="10996"/>
                  <a:pt x="631" y="10838"/>
                  <a:pt x="631" y="10649"/>
                </a:cubicBezTo>
                <a:lnTo>
                  <a:pt x="631" y="9578"/>
                </a:lnTo>
                <a:close/>
                <a:moveTo>
                  <a:pt x="1009" y="1"/>
                </a:moveTo>
                <a:cubicBezTo>
                  <a:pt x="473" y="1"/>
                  <a:pt x="1" y="473"/>
                  <a:pt x="1" y="1040"/>
                </a:cubicBezTo>
                <a:lnTo>
                  <a:pt x="1" y="10649"/>
                </a:lnTo>
                <a:cubicBezTo>
                  <a:pt x="1" y="11185"/>
                  <a:pt x="473" y="11657"/>
                  <a:pt x="1009" y="11657"/>
                </a:cubicBezTo>
                <a:lnTo>
                  <a:pt x="6491" y="11657"/>
                </a:lnTo>
                <a:cubicBezTo>
                  <a:pt x="7026" y="11657"/>
                  <a:pt x="7499" y="11185"/>
                  <a:pt x="7499" y="10649"/>
                </a:cubicBezTo>
                <a:lnTo>
                  <a:pt x="7499" y="8255"/>
                </a:lnTo>
                <a:lnTo>
                  <a:pt x="10618" y="8255"/>
                </a:lnTo>
                <a:cubicBezTo>
                  <a:pt x="11185" y="8255"/>
                  <a:pt x="11658" y="7782"/>
                  <a:pt x="11658" y="7215"/>
                </a:cubicBezTo>
                <a:lnTo>
                  <a:pt x="11658" y="4506"/>
                </a:lnTo>
                <a:cubicBezTo>
                  <a:pt x="11658" y="3907"/>
                  <a:pt x="11185" y="3435"/>
                  <a:pt x="10618" y="3435"/>
                </a:cubicBezTo>
                <a:lnTo>
                  <a:pt x="7499" y="3435"/>
                </a:lnTo>
                <a:lnTo>
                  <a:pt x="7499" y="1040"/>
                </a:lnTo>
                <a:cubicBezTo>
                  <a:pt x="7499" y="473"/>
                  <a:pt x="7026" y="1"/>
                  <a:pt x="6491" y="1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28064624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5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1" grpId="0" animBg="1"/>
      <p:bldP spid="6" grpId="0" animBg="1"/>
      <p:bldP spid="4" grpId="0" animBg="1"/>
      <p:bldP spid="20" grpId="0" animBg="1"/>
      <p:bldP spid="7" grpId="0" animBg="1"/>
      <p:bldP spid="9" grpId="0" animBg="1"/>
      <p:bldP spid="10" grpId="0" animBg="1"/>
      <p:bldP spid="14" grpId="0" animBg="1"/>
      <p:bldP spid="25" grpId="0" animBg="1"/>
      <p:bldP spid="334" grpId="0"/>
      <p:bldP spid="335" grpId="0"/>
      <p:bldP spid="336" grpId="0"/>
      <p:bldP spid="8" grpId="0" animBg="1"/>
      <p:bldP spid="3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 15"/>
          <p:cNvSpPr/>
          <p:nvPr/>
        </p:nvSpPr>
        <p:spPr>
          <a:xfrm rot="2700000">
            <a:off x="6801763" y="1402622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0" name="任意多边形 19"/>
          <p:cNvSpPr/>
          <p:nvPr/>
        </p:nvSpPr>
        <p:spPr>
          <a:xfrm rot="2700000">
            <a:off x="-4597361" y="329390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gradFill>
            <a:gsLst>
              <a:gs pos="1328">
                <a:srgbClr val="FF0101"/>
              </a:gs>
              <a:gs pos="875">
                <a:srgbClr val="FD0505"/>
              </a:gs>
              <a:gs pos="750">
                <a:srgbClr val="FB0A0A"/>
              </a:gs>
              <a:gs pos="500">
                <a:srgbClr val="F71414"/>
              </a:gs>
              <a:gs pos="0">
                <a:srgbClr val="EF2728"/>
              </a:gs>
              <a:gs pos="0">
                <a:srgbClr val="FF0000"/>
              </a:gs>
              <a:gs pos="68000">
                <a:schemeClr val="accent1">
                  <a:alpha val="87000"/>
                  <a:lumMod val="38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任意多边形 5"/>
          <p:cNvSpPr/>
          <p:nvPr/>
        </p:nvSpPr>
        <p:spPr>
          <a:xfrm rot="2700000">
            <a:off x="-957419" y="349784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rgbClr val="5D99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任意多边形 11"/>
          <p:cNvSpPr/>
          <p:nvPr/>
        </p:nvSpPr>
        <p:spPr>
          <a:xfrm rot="18900000" flipH="1">
            <a:off x="11604792" y="4614354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789971" y="2416811"/>
            <a:ext cx="3104119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dirty="0">
                <a:solidFill>
                  <a:schemeClr val="accent1"/>
                </a:solidFill>
                <a:cs typeface="+mn-ea"/>
                <a:sym typeface="+mn-lt"/>
              </a:rPr>
              <a:t>PARTIE 02</a:t>
            </a:r>
            <a:endParaRPr lang="zh-CN" altLang="en-US" sz="48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240092" y="3335482"/>
            <a:ext cx="8487500" cy="167847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384613" lvl="2">
              <a:lnSpc>
                <a:spcPct val="150000"/>
              </a:lnSpc>
            </a:pPr>
            <a:r>
              <a:rPr lang="en-US" sz="3600" b="1" spc="348" dirty="0">
                <a:solidFill>
                  <a:schemeClr val="bg2">
                    <a:lumMod val="50000"/>
                  </a:schemeClr>
                </a:solidFill>
                <a:latin typeface="DM Sans Bold"/>
              </a:rPr>
              <a:t>PRESENTATION DE LA </a:t>
            </a:r>
          </a:p>
          <a:p>
            <a:pPr marL="384613" lvl="2">
              <a:lnSpc>
                <a:spcPct val="150000"/>
              </a:lnSpc>
            </a:pPr>
            <a:r>
              <a:rPr lang="en-US" sz="3600" b="1" spc="348" dirty="0">
                <a:solidFill>
                  <a:schemeClr val="bg2">
                    <a:lumMod val="50000"/>
                  </a:schemeClr>
                </a:solidFill>
                <a:latin typeface="DM Sans Bold"/>
              </a:rPr>
              <a:t>SOLUTION</a:t>
            </a:r>
          </a:p>
        </p:txBody>
      </p:sp>
      <p:sp>
        <p:nvSpPr>
          <p:cNvPr id="17" name="任意多边形 16"/>
          <p:cNvSpPr/>
          <p:nvPr/>
        </p:nvSpPr>
        <p:spPr>
          <a:xfrm rot="2700000">
            <a:off x="8606638" y="1843174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8" name="任意多边形 17"/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B7B20DEA-8B89-D383-2BD3-868C45A18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315" y="250575"/>
            <a:ext cx="2724331" cy="1060065"/>
          </a:xfrm>
          <a:prstGeom prst="rect">
            <a:avLst/>
          </a:prstGeom>
        </p:spPr>
      </p:pic>
      <p:sp>
        <p:nvSpPr>
          <p:cNvPr id="3" name="任意多边形 16">
            <a:extLst>
              <a:ext uri="{FF2B5EF4-FFF2-40B4-BE49-F238E27FC236}">
                <a16:creationId xmlns:a16="http://schemas.microsoft.com/office/drawing/2014/main" id="{DD9285D5-F36C-73D4-155E-6599EDC72498}"/>
              </a:ext>
            </a:extLst>
          </p:cNvPr>
          <p:cNvSpPr/>
          <p:nvPr/>
        </p:nvSpPr>
        <p:spPr>
          <a:xfrm rot="2700000">
            <a:off x="6778836" y="5087624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任意多边形 16">
            <a:extLst>
              <a:ext uri="{FF2B5EF4-FFF2-40B4-BE49-F238E27FC236}">
                <a16:creationId xmlns:a16="http://schemas.microsoft.com/office/drawing/2014/main" id="{3775A460-1642-FD94-DC1D-061590C9B803}"/>
              </a:ext>
            </a:extLst>
          </p:cNvPr>
          <p:cNvSpPr/>
          <p:nvPr/>
        </p:nvSpPr>
        <p:spPr>
          <a:xfrm rot="2700000">
            <a:off x="4093979" y="317216"/>
            <a:ext cx="820083" cy="82417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F3278A9-E75A-B47D-CE20-C05AADAB3895}"/>
              </a:ext>
            </a:extLst>
          </p:cNvPr>
          <p:cNvSpPr txBox="1"/>
          <p:nvPr/>
        </p:nvSpPr>
        <p:spPr>
          <a:xfrm>
            <a:off x="11615744" y="6235771"/>
            <a:ext cx="258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6" grpId="0" animBg="1"/>
      <p:bldP spid="12" grpId="0" animBg="1"/>
      <p:bldP spid="13" grpId="0"/>
      <p:bldP spid="14" grpId="0"/>
      <p:bldP spid="17" grpId="0" animBg="1"/>
      <p:bldP spid="18" grpId="0" animBg="1"/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C20B7-8E32-30A8-924C-7E8BEA608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 16">
            <a:extLst>
              <a:ext uri="{FF2B5EF4-FFF2-40B4-BE49-F238E27FC236}">
                <a16:creationId xmlns:a16="http://schemas.microsoft.com/office/drawing/2014/main" id="{DB1F3850-2DAD-E6A0-4A6E-114D9B438429}"/>
              </a:ext>
            </a:extLst>
          </p:cNvPr>
          <p:cNvSpPr/>
          <p:nvPr/>
        </p:nvSpPr>
        <p:spPr>
          <a:xfrm rot="2700000">
            <a:off x="8606638" y="1843174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F56452C5-907C-1B69-37AD-C53F87B3E441}"/>
              </a:ext>
            </a:extLst>
          </p:cNvPr>
          <p:cNvSpPr/>
          <p:nvPr/>
        </p:nvSpPr>
        <p:spPr>
          <a:xfrm rot="2700000">
            <a:off x="6801763" y="1402622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0" name="任意多边形 19">
            <a:extLst>
              <a:ext uri="{FF2B5EF4-FFF2-40B4-BE49-F238E27FC236}">
                <a16:creationId xmlns:a16="http://schemas.microsoft.com/office/drawing/2014/main" id="{18805DED-F15E-BEF4-D3B6-F4BB14FACDB7}"/>
              </a:ext>
            </a:extLst>
          </p:cNvPr>
          <p:cNvSpPr/>
          <p:nvPr/>
        </p:nvSpPr>
        <p:spPr>
          <a:xfrm rot="2700000">
            <a:off x="-5925474" y="399872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gradFill>
            <a:gsLst>
              <a:gs pos="1328">
                <a:srgbClr val="FF0101"/>
              </a:gs>
              <a:gs pos="875">
                <a:srgbClr val="FD0505"/>
              </a:gs>
              <a:gs pos="750">
                <a:srgbClr val="FB0A0A"/>
              </a:gs>
              <a:gs pos="500">
                <a:srgbClr val="F71414"/>
              </a:gs>
              <a:gs pos="0">
                <a:srgbClr val="EF2728"/>
              </a:gs>
              <a:gs pos="0">
                <a:srgbClr val="FF0000"/>
              </a:gs>
              <a:gs pos="68000">
                <a:schemeClr val="accent1">
                  <a:alpha val="87000"/>
                  <a:lumMod val="38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任意多边形 5">
            <a:extLst>
              <a:ext uri="{FF2B5EF4-FFF2-40B4-BE49-F238E27FC236}">
                <a16:creationId xmlns:a16="http://schemas.microsoft.com/office/drawing/2014/main" id="{235BD22A-3BAD-A6D9-5A3E-233D143B7EF9}"/>
              </a:ext>
            </a:extLst>
          </p:cNvPr>
          <p:cNvSpPr/>
          <p:nvPr/>
        </p:nvSpPr>
        <p:spPr>
          <a:xfrm rot="2700000">
            <a:off x="-1813636" y="-15271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rgbClr val="5D99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任意多边形 11">
            <a:extLst>
              <a:ext uri="{FF2B5EF4-FFF2-40B4-BE49-F238E27FC236}">
                <a16:creationId xmlns:a16="http://schemas.microsoft.com/office/drawing/2014/main" id="{010C309E-6392-FE70-4C48-1EE3F8E8C12D}"/>
              </a:ext>
            </a:extLst>
          </p:cNvPr>
          <p:cNvSpPr/>
          <p:nvPr/>
        </p:nvSpPr>
        <p:spPr>
          <a:xfrm rot="18900000" flipH="1">
            <a:off x="11604792" y="4614354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491669C-2BA2-B1CD-30BE-2610E24DB108}"/>
              </a:ext>
            </a:extLst>
          </p:cNvPr>
          <p:cNvSpPr txBox="1"/>
          <p:nvPr/>
        </p:nvSpPr>
        <p:spPr>
          <a:xfrm>
            <a:off x="2385456" y="3215181"/>
            <a:ext cx="8487500" cy="181588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fr-FR" sz="2800" dirty="0">
                <a:solidFill>
                  <a:schemeClr val="accent1">
                    <a:lumMod val="50000"/>
                  </a:schemeClr>
                </a:solidFill>
              </a:rPr>
              <a:t>RedBoost est une plateforme digitalisée et centralisée qui optimise l'accompagnement et le suivi des startups pour favoriser leur succès et leur croissance.</a:t>
            </a:r>
            <a:endParaRPr lang="fr-FR" sz="2800" dirty="0">
              <a:solidFill>
                <a:schemeClr val="accent1">
                  <a:lumMod val="50000"/>
                </a:schemeClr>
              </a:solidFill>
              <a:effectLst/>
            </a:endParaRPr>
          </a:p>
        </p:txBody>
      </p:sp>
      <p:sp>
        <p:nvSpPr>
          <p:cNvPr id="18" name="任意多边形 17">
            <a:extLst>
              <a:ext uri="{FF2B5EF4-FFF2-40B4-BE49-F238E27FC236}">
                <a16:creationId xmlns:a16="http://schemas.microsoft.com/office/drawing/2014/main" id="{F0F5E54D-88BB-3DF5-D7A4-9D4116FA149D}"/>
              </a:ext>
            </a:extLst>
          </p:cNvPr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F70CF381-6CA0-3217-6F38-627B9C373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150" y="1620794"/>
            <a:ext cx="2724331" cy="1060065"/>
          </a:xfrm>
          <a:prstGeom prst="rect">
            <a:avLst/>
          </a:prstGeom>
        </p:spPr>
      </p:pic>
      <p:sp>
        <p:nvSpPr>
          <p:cNvPr id="3" name="任意多边形 16">
            <a:extLst>
              <a:ext uri="{FF2B5EF4-FFF2-40B4-BE49-F238E27FC236}">
                <a16:creationId xmlns:a16="http://schemas.microsoft.com/office/drawing/2014/main" id="{FF59DC2A-A984-D332-B28F-3ED11B31292E}"/>
              </a:ext>
            </a:extLst>
          </p:cNvPr>
          <p:cNvSpPr/>
          <p:nvPr/>
        </p:nvSpPr>
        <p:spPr>
          <a:xfrm rot="2700000">
            <a:off x="6778836" y="5087624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任意多边形 16">
            <a:extLst>
              <a:ext uri="{FF2B5EF4-FFF2-40B4-BE49-F238E27FC236}">
                <a16:creationId xmlns:a16="http://schemas.microsoft.com/office/drawing/2014/main" id="{580CA298-7AE7-013A-1F95-8629CF0E0446}"/>
              </a:ext>
            </a:extLst>
          </p:cNvPr>
          <p:cNvSpPr/>
          <p:nvPr/>
        </p:nvSpPr>
        <p:spPr>
          <a:xfrm rot="2700000">
            <a:off x="4093979" y="317216"/>
            <a:ext cx="820083" cy="82417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794D5F0-F205-0C5C-65C2-E8ABAAC6B9E1}"/>
              </a:ext>
            </a:extLst>
          </p:cNvPr>
          <p:cNvSpPr txBox="1"/>
          <p:nvPr/>
        </p:nvSpPr>
        <p:spPr>
          <a:xfrm>
            <a:off x="11615744" y="6235771"/>
            <a:ext cx="258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</a:t>
            </a:r>
          </a:p>
        </p:txBody>
      </p:sp>
      <p:sp>
        <p:nvSpPr>
          <p:cNvPr id="7" name="任意多边形 48">
            <a:extLst>
              <a:ext uri="{FF2B5EF4-FFF2-40B4-BE49-F238E27FC236}">
                <a16:creationId xmlns:a16="http://schemas.microsoft.com/office/drawing/2014/main" id="{1E07EF76-C0D4-A5C2-7426-ADA012AD3DC4}"/>
              </a:ext>
            </a:extLst>
          </p:cNvPr>
          <p:cNvSpPr/>
          <p:nvPr/>
        </p:nvSpPr>
        <p:spPr>
          <a:xfrm rot="18900000" flipV="1">
            <a:off x="2062697" y="246792"/>
            <a:ext cx="926781" cy="721545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rgbClr val="0A4955">
              <a:alpha val="9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任意多边形 47">
            <a:extLst>
              <a:ext uri="{FF2B5EF4-FFF2-40B4-BE49-F238E27FC236}">
                <a16:creationId xmlns:a16="http://schemas.microsoft.com/office/drawing/2014/main" id="{1B36BBDF-E0F0-2FC7-35E0-2F605972B190}"/>
              </a:ext>
            </a:extLst>
          </p:cNvPr>
          <p:cNvSpPr/>
          <p:nvPr/>
        </p:nvSpPr>
        <p:spPr>
          <a:xfrm rot="18900000" flipV="1">
            <a:off x="2271406" y="331729"/>
            <a:ext cx="1257992" cy="771874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rgbClr val="C00000">
              <a:alpha val="9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文本框 28">
            <a:extLst>
              <a:ext uri="{FF2B5EF4-FFF2-40B4-BE49-F238E27FC236}">
                <a16:creationId xmlns:a16="http://schemas.microsoft.com/office/drawing/2014/main" id="{BAC621BE-B8EA-1E67-4A4A-1ECA11D0F465}"/>
              </a:ext>
            </a:extLst>
          </p:cNvPr>
          <p:cNvSpPr txBox="1"/>
          <p:nvPr/>
        </p:nvSpPr>
        <p:spPr>
          <a:xfrm>
            <a:off x="3710639" y="327424"/>
            <a:ext cx="5033622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cs typeface="+mn-ea"/>
                <a:sym typeface="+mn-lt"/>
              </a:rPr>
              <a:t>Presentation de la solution</a:t>
            </a:r>
            <a:endParaRPr lang="zh-CN" altLang="en-US" sz="2800" b="1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13866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6" grpId="0" animBg="1"/>
      <p:bldP spid="20" grpId="0" animBg="1"/>
      <p:bldP spid="6" grpId="0" animBg="1"/>
      <p:bldP spid="12" grpId="0" animBg="1"/>
      <p:bldP spid="14" grpId="0"/>
      <p:bldP spid="18" grpId="0" animBg="1"/>
      <p:bldP spid="3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26175-72C6-645B-9D14-083F23C50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任意多边形 19">
            <a:extLst>
              <a:ext uri="{FF2B5EF4-FFF2-40B4-BE49-F238E27FC236}">
                <a16:creationId xmlns:a16="http://schemas.microsoft.com/office/drawing/2014/main" id="{20DD9FE1-ABCD-722A-BF4F-77376885569B}"/>
              </a:ext>
            </a:extLst>
          </p:cNvPr>
          <p:cNvSpPr/>
          <p:nvPr/>
        </p:nvSpPr>
        <p:spPr>
          <a:xfrm rot="2700000">
            <a:off x="-429592" y="5770113"/>
            <a:ext cx="807091" cy="809214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任意多边形 5">
            <a:extLst>
              <a:ext uri="{FF2B5EF4-FFF2-40B4-BE49-F238E27FC236}">
                <a16:creationId xmlns:a16="http://schemas.microsoft.com/office/drawing/2014/main" id="{7EDEEC7E-3279-59A9-8D44-07BC74BFEDC4}"/>
              </a:ext>
            </a:extLst>
          </p:cNvPr>
          <p:cNvSpPr/>
          <p:nvPr/>
        </p:nvSpPr>
        <p:spPr>
          <a:xfrm rot="2700000">
            <a:off x="-9177" y="5662782"/>
            <a:ext cx="548395" cy="55113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rgbClr val="5D99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8" name="任意多边形 17">
            <a:extLst>
              <a:ext uri="{FF2B5EF4-FFF2-40B4-BE49-F238E27FC236}">
                <a16:creationId xmlns:a16="http://schemas.microsoft.com/office/drawing/2014/main" id="{04D070ED-21E2-0043-EB1F-93FEB3CD8524}"/>
              </a:ext>
            </a:extLst>
          </p:cNvPr>
          <p:cNvSpPr/>
          <p:nvPr/>
        </p:nvSpPr>
        <p:spPr>
          <a:xfrm rot="2700000">
            <a:off x="2986321" y="499072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AutoShape 6" descr="Angular Logo PNG vector in SVG, PDF, AI, CDR format">
            <a:extLst>
              <a:ext uri="{FF2B5EF4-FFF2-40B4-BE49-F238E27FC236}">
                <a16:creationId xmlns:a16="http://schemas.microsoft.com/office/drawing/2014/main" id="{1FA54BC3-7DAA-7D0D-D58E-EB0D1B91AC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AB37DC69-9F47-20CC-D9EB-E5D3630EF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8532" y="151888"/>
            <a:ext cx="1663467" cy="647272"/>
          </a:xfrm>
          <a:prstGeom prst="rect">
            <a:avLst/>
          </a:prstGeom>
        </p:spPr>
      </p:pic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66D5996-B05D-56B5-399A-A413345C464D}"/>
              </a:ext>
            </a:extLst>
          </p:cNvPr>
          <p:cNvSpPr/>
          <p:nvPr/>
        </p:nvSpPr>
        <p:spPr>
          <a:xfrm>
            <a:off x="4434250" y="263382"/>
            <a:ext cx="2727960" cy="716274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VISITEUR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75B457C4-0BBE-8F29-A552-E3EBC161906C}"/>
              </a:ext>
            </a:extLst>
          </p:cNvPr>
          <p:cNvSpPr/>
          <p:nvPr/>
        </p:nvSpPr>
        <p:spPr>
          <a:xfrm>
            <a:off x="2350681" y="2812908"/>
            <a:ext cx="2727960" cy="716275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ADMINISTRATEUR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C617B3C-7C72-B4E3-BDFA-7E3E4691CBAA}"/>
              </a:ext>
            </a:extLst>
          </p:cNvPr>
          <p:cNvSpPr/>
          <p:nvPr/>
        </p:nvSpPr>
        <p:spPr>
          <a:xfrm>
            <a:off x="6722790" y="2841607"/>
            <a:ext cx="2727960" cy="716277"/>
          </a:xfrm>
          <a:prstGeom prst="roundRect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ESPACE CLIENT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1D711834-B47F-9861-C7DC-921E53635608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3672751" y="621519"/>
            <a:ext cx="7614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250445AC-520F-5155-EC9C-4DB3F2E48315}"/>
              </a:ext>
            </a:extLst>
          </p:cNvPr>
          <p:cNvCxnSpPr>
            <a:cxnSpLocks/>
          </p:cNvCxnSpPr>
          <p:nvPr/>
        </p:nvCxnSpPr>
        <p:spPr>
          <a:xfrm>
            <a:off x="3672751" y="648828"/>
            <a:ext cx="0" cy="2164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F4A6234-907C-1467-D58F-7C9581F5A0D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7162210" y="621519"/>
            <a:ext cx="7164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26F78AF9-56C4-36C3-9C1E-3A1CBA5883AC}"/>
              </a:ext>
            </a:extLst>
          </p:cNvPr>
          <p:cNvCxnSpPr>
            <a:cxnSpLocks/>
          </p:cNvCxnSpPr>
          <p:nvPr/>
        </p:nvCxnSpPr>
        <p:spPr>
          <a:xfrm>
            <a:off x="7896269" y="648828"/>
            <a:ext cx="0" cy="21640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Diagramme 23">
            <a:extLst>
              <a:ext uri="{FF2B5EF4-FFF2-40B4-BE49-F238E27FC236}">
                <a16:creationId xmlns:a16="http://schemas.microsoft.com/office/drawing/2014/main" id="{2A3FF1BA-6ED0-4F34-9361-00BFDA5898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0723309"/>
              </p:ext>
            </p:extLst>
          </p:nvPr>
        </p:nvGraphicFramePr>
        <p:xfrm>
          <a:off x="5798230" y="3907862"/>
          <a:ext cx="5780626" cy="24192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1" name="ZoneTexte 30">
            <a:extLst>
              <a:ext uri="{FF2B5EF4-FFF2-40B4-BE49-F238E27FC236}">
                <a16:creationId xmlns:a16="http://schemas.microsoft.com/office/drawing/2014/main" id="{695E8F21-0DDB-5CBD-233D-CC7EB0DDC546}"/>
              </a:ext>
            </a:extLst>
          </p:cNvPr>
          <p:cNvSpPr txBox="1"/>
          <p:nvPr/>
        </p:nvSpPr>
        <p:spPr>
          <a:xfrm>
            <a:off x="4874260" y="1024022"/>
            <a:ext cx="21386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DeepSeek-CJK-patch"/>
              </a:rPr>
              <a:t>Landing</a:t>
            </a:r>
            <a:r>
              <a:rPr lang="fr-FR" sz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fr-FR" sz="14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DeepSeek-CJK-patch"/>
              </a:rPr>
              <a:t>page</a:t>
            </a:r>
            <a:br>
              <a:rPr lang="fr-FR" sz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br>
              <a:rPr lang="fr-FR" sz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</a:br>
            <a:endParaRPr lang="fr-FR" sz="1400" b="1" dirty="0">
              <a:solidFill>
                <a:schemeClr val="accent3">
                  <a:lumMod val="60000"/>
                  <a:lumOff val="40000"/>
                </a:schemeClr>
              </a:solidFill>
              <a:latin typeface="DeepSeek-CJK-patch"/>
            </a:endParaRP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45ADACDA-C4F1-7D75-8883-3EFD20DDB457}"/>
              </a:ext>
            </a:extLst>
          </p:cNvPr>
          <p:cNvSpPr txBox="1"/>
          <p:nvPr/>
        </p:nvSpPr>
        <p:spPr>
          <a:xfrm rot="16200000">
            <a:off x="6670789" y="1866249"/>
            <a:ext cx="2138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Authentification</a:t>
            </a:r>
          </a:p>
        </p:txBody>
      </p:sp>
      <p:sp>
        <p:nvSpPr>
          <p:cNvPr id="36" name="任意多边形 17">
            <a:extLst>
              <a:ext uri="{FF2B5EF4-FFF2-40B4-BE49-F238E27FC236}">
                <a16:creationId xmlns:a16="http://schemas.microsoft.com/office/drawing/2014/main" id="{4BFE8D4A-7E3B-62D2-D95D-4B86F3FACB29}"/>
              </a:ext>
            </a:extLst>
          </p:cNvPr>
          <p:cNvSpPr/>
          <p:nvPr/>
        </p:nvSpPr>
        <p:spPr>
          <a:xfrm rot="2700000">
            <a:off x="9486549" y="1379194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7" name="任意多边形 17">
            <a:extLst>
              <a:ext uri="{FF2B5EF4-FFF2-40B4-BE49-F238E27FC236}">
                <a16:creationId xmlns:a16="http://schemas.microsoft.com/office/drawing/2014/main" id="{6A1AD1A0-FFF7-1A5E-47C1-C1FD2C74F264}"/>
              </a:ext>
            </a:extLst>
          </p:cNvPr>
          <p:cNvSpPr/>
          <p:nvPr/>
        </p:nvSpPr>
        <p:spPr>
          <a:xfrm rot="2700000">
            <a:off x="1807278" y="514943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9" name="任意多边形 19">
            <a:extLst>
              <a:ext uri="{FF2B5EF4-FFF2-40B4-BE49-F238E27FC236}">
                <a16:creationId xmlns:a16="http://schemas.microsoft.com/office/drawing/2014/main" id="{84F3EF37-701E-3A60-7D2E-76C63C723E48}"/>
              </a:ext>
            </a:extLst>
          </p:cNvPr>
          <p:cNvSpPr/>
          <p:nvPr/>
        </p:nvSpPr>
        <p:spPr>
          <a:xfrm rot="2700000">
            <a:off x="-4404192" y="1204630"/>
            <a:ext cx="4957853" cy="497089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gradFill>
            <a:gsLst>
              <a:gs pos="1328">
                <a:srgbClr val="FF0101"/>
              </a:gs>
              <a:gs pos="875">
                <a:srgbClr val="FD0505"/>
              </a:gs>
              <a:gs pos="750">
                <a:srgbClr val="FB0A0A"/>
              </a:gs>
              <a:gs pos="500">
                <a:srgbClr val="F71414"/>
              </a:gs>
              <a:gs pos="0">
                <a:srgbClr val="EF2728"/>
              </a:gs>
              <a:gs pos="0">
                <a:srgbClr val="FF0000"/>
              </a:gs>
              <a:gs pos="68000">
                <a:schemeClr val="accent1">
                  <a:alpha val="87000"/>
                  <a:lumMod val="38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0" name="任意多边形 5">
            <a:extLst>
              <a:ext uri="{FF2B5EF4-FFF2-40B4-BE49-F238E27FC236}">
                <a16:creationId xmlns:a16="http://schemas.microsoft.com/office/drawing/2014/main" id="{06AC3B5B-6200-2F80-D369-90E36C6CDB4D}"/>
              </a:ext>
            </a:extLst>
          </p:cNvPr>
          <p:cNvSpPr/>
          <p:nvPr/>
        </p:nvSpPr>
        <p:spPr>
          <a:xfrm rot="2700000">
            <a:off x="-1375462" y="877933"/>
            <a:ext cx="2977831" cy="29927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rgbClr val="5D99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F246DAD-37B3-8B8C-770A-B9566E1E79D2}"/>
              </a:ext>
            </a:extLst>
          </p:cNvPr>
          <p:cNvSpPr txBox="1"/>
          <p:nvPr/>
        </p:nvSpPr>
        <p:spPr>
          <a:xfrm>
            <a:off x="11615744" y="6235771"/>
            <a:ext cx="258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1206026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6" grpId="0" animBg="1"/>
      <p:bldP spid="18" grpId="0" animBg="1"/>
      <p:bldP spid="5" grpId="0" animBg="1"/>
      <p:bldP spid="7" grpId="0" animBg="1"/>
      <p:bldP spid="8" grpId="0" animBg="1"/>
      <p:bldGraphic spid="24" grpId="0">
        <p:bldAsOne/>
      </p:bldGraphic>
      <p:bldP spid="31" grpId="0"/>
      <p:bldP spid="32" grpId="0"/>
      <p:bldP spid="36" grpId="0" animBg="1"/>
      <p:bldP spid="37" grpId="0" animBg="1"/>
      <p:bldP spid="39" grpId="0" animBg="1"/>
      <p:bldP spid="4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B5FBD-1509-1316-5EB2-C1770519F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801D3A87-A662-748E-18BF-B66650277DF6}"/>
              </a:ext>
            </a:extLst>
          </p:cNvPr>
          <p:cNvSpPr txBox="1"/>
          <p:nvPr/>
        </p:nvSpPr>
        <p:spPr>
          <a:xfrm>
            <a:off x="1575182" y="95086"/>
            <a:ext cx="5525872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cs typeface="+mn-ea"/>
                <a:sym typeface="+mn-lt"/>
              </a:rPr>
              <a:t>LES BESOINS FONCTIONNELS</a:t>
            </a:r>
            <a:endParaRPr lang="zh-CN" altLang="en-US" sz="2800" b="1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31" name="任意多边形 47">
            <a:extLst>
              <a:ext uri="{FF2B5EF4-FFF2-40B4-BE49-F238E27FC236}">
                <a16:creationId xmlns:a16="http://schemas.microsoft.com/office/drawing/2014/main" id="{E692F39A-39ED-ADEF-D06C-16751917BFB6}"/>
              </a:ext>
            </a:extLst>
          </p:cNvPr>
          <p:cNvSpPr/>
          <p:nvPr/>
        </p:nvSpPr>
        <p:spPr>
          <a:xfrm rot="18900000" flipV="1">
            <a:off x="99493" y="160716"/>
            <a:ext cx="1257992" cy="771874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rgbClr val="C00000">
              <a:alpha val="9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2" name="任意多边形 48">
            <a:extLst>
              <a:ext uri="{FF2B5EF4-FFF2-40B4-BE49-F238E27FC236}">
                <a16:creationId xmlns:a16="http://schemas.microsoft.com/office/drawing/2014/main" id="{9E6F7CBD-81E2-E657-F84B-5FE9B09CE518}"/>
              </a:ext>
            </a:extLst>
          </p:cNvPr>
          <p:cNvSpPr/>
          <p:nvPr/>
        </p:nvSpPr>
        <p:spPr>
          <a:xfrm rot="18900000" flipV="1">
            <a:off x="-102618" y="95709"/>
            <a:ext cx="926781" cy="721545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rgbClr val="0A4955">
              <a:alpha val="9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59" name="Image 58">
            <a:extLst>
              <a:ext uri="{FF2B5EF4-FFF2-40B4-BE49-F238E27FC236}">
                <a16:creationId xmlns:a16="http://schemas.microsoft.com/office/drawing/2014/main" id="{3BFE90CD-8CA6-2811-C6D8-A58701285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600" y="250575"/>
            <a:ext cx="1912046" cy="743997"/>
          </a:xfrm>
          <a:prstGeom prst="rect">
            <a:avLst/>
          </a:prstGeom>
        </p:spPr>
      </p:pic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7F7077E7-EEDD-71FF-A3DE-D277C73366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4020805"/>
              </p:ext>
            </p:extLst>
          </p:nvPr>
        </p:nvGraphicFramePr>
        <p:xfrm>
          <a:off x="2354045" y="93517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9" name="Image 18">
            <a:extLst>
              <a:ext uri="{FF2B5EF4-FFF2-40B4-BE49-F238E27FC236}">
                <a16:creationId xmlns:a16="http://schemas.microsoft.com/office/drawing/2014/main" id="{577A16D4-37DD-35BE-2585-50BA0E45C69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632500" y="411955"/>
            <a:ext cx="6858000" cy="685800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A00BAC27-6FF7-DFE2-B120-094E360104B7}"/>
              </a:ext>
            </a:extLst>
          </p:cNvPr>
          <p:cNvSpPr txBox="1"/>
          <p:nvPr/>
        </p:nvSpPr>
        <p:spPr>
          <a:xfrm>
            <a:off x="11615744" y="6235771"/>
            <a:ext cx="258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298207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A94B4-2279-FBAB-FB18-968EB978C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矩形 82">
            <a:extLst>
              <a:ext uri="{FF2B5EF4-FFF2-40B4-BE49-F238E27FC236}">
                <a16:creationId xmlns:a16="http://schemas.microsoft.com/office/drawing/2014/main" id="{6E524152-207E-92C6-B960-9BDBACF4E91B}"/>
              </a:ext>
            </a:extLst>
          </p:cNvPr>
          <p:cNvSpPr/>
          <p:nvPr/>
        </p:nvSpPr>
        <p:spPr>
          <a:xfrm>
            <a:off x="8546091" y="3040290"/>
            <a:ext cx="3606374" cy="73366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fr-FR" dirty="0">
                <a:solidFill>
                  <a:schemeClr val="accent1">
                    <a:lumMod val="50000"/>
                  </a:schemeClr>
                </a:solidFill>
                <a:latin typeface="Google Sans"/>
              </a:rPr>
              <a:t>L</a:t>
            </a:r>
            <a:r>
              <a:rPr lang="fr-FR" b="0" i="0" dirty="0">
                <a:solidFill>
                  <a:schemeClr val="accent1">
                    <a:lumMod val="50000"/>
                  </a:schemeClr>
                </a:solidFill>
                <a:effectLst/>
                <a:latin typeface="Google Sans"/>
              </a:rPr>
              <a:t>es messages sont chiffrés à l’aide de l’algorithme AES </a:t>
            </a:r>
            <a:endParaRPr lang="zh-CN" altLang="en-US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91" name="组合 90">
            <a:extLst>
              <a:ext uri="{FF2B5EF4-FFF2-40B4-BE49-F238E27FC236}">
                <a16:creationId xmlns:a16="http://schemas.microsoft.com/office/drawing/2014/main" id="{A408149B-2B5B-3EDC-9CCB-B4A7DE752968}"/>
              </a:ext>
            </a:extLst>
          </p:cNvPr>
          <p:cNvGrpSpPr/>
          <p:nvPr/>
        </p:nvGrpSpPr>
        <p:grpSpPr>
          <a:xfrm>
            <a:off x="3442158" y="2277691"/>
            <a:ext cx="5395910" cy="3023344"/>
            <a:chOff x="3442158" y="2277691"/>
            <a:chExt cx="5395910" cy="3023344"/>
          </a:xfrm>
        </p:grpSpPr>
        <p:grpSp>
          <p:nvGrpSpPr>
            <p:cNvPr id="24" name="Group 2">
              <a:extLst>
                <a:ext uri="{FF2B5EF4-FFF2-40B4-BE49-F238E27FC236}">
                  <a16:creationId xmlns:a16="http://schemas.microsoft.com/office/drawing/2014/main" id="{AA514DF3-96DA-1F10-9F28-2906368796C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5400000">
              <a:off x="4628441" y="1091408"/>
              <a:ext cx="3023344" cy="5395910"/>
              <a:chOff x="2689" y="825"/>
              <a:chExt cx="2311" cy="3300"/>
            </a:xfrm>
          </p:grpSpPr>
          <p:sp>
            <p:nvSpPr>
              <p:cNvPr id="29" name="Freeform: Shape 7">
                <a:extLst>
                  <a:ext uri="{FF2B5EF4-FFF2-40B4-BE49-F238E27FC236}">
                    <a16:creationId xmlns:a16="http://schemas.microsoft.com/office/drawing/2014/main" id="{2362C2F2-D17A-EAA3-341E-FF627DE8C1B0}"/>
                  </a:ext>
                </a:extLst>
              </p:cNvPr>
              <p:cNvSpPr/>
              <p:nvPr/>
            </p:nvSpPr>
            <p:spPr bwMode="auto">
              <a:xfrm>
                <a:off x="4311" y="1179"/>
                <a:ext cx="462" cy="2068"/>
              </a:xfrm>
              <a:custGeom>
                <a:avLst/>
                <a:gdLst>
                  <a:gd name="T0" fmla="*/ 0 w 462"/>
                  <a:gd name="T1" fmla="*/ 0 h 2068"/>
                  <a:gd name="T2" fmla="*/ 0 w 462"/>
                  <a:gd name="T3" fmla="*/ 2068 h 2068"/>
                  <a:gd name="T4" fmla="*/ 462 w 462"/>
                  <a:gd name="T5" fmla="*/ 1702 h 2068"/>
                  <a:gd name="T6" fmla="*/ 462 w 462"/>
                  <a:gd name="T7" fmla="*/ 0 h 2068"/>
                  <a:gd name="T8" fmla="*/ 0 w 462"/>
                  <a:gd name="T9" fmla="*/ 0 h 20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2" h="2068">
                    <a:moveTo>
                      <a:pt x="0" y="0"/>
                    </a:moveTo>
                    <a:lnTo>
                      <a:pt x="0" y="2068"/>
                    </a:lnTo>
                    <a:lnTo>
                      <a:pt x="462" y="1702"/>
                    </a:lnTo>
                    <a:lnTo>
                      <a:pt x="46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5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30" name="Freeform: Shape 8">
                <a:extLst>
                  <a:ext uri="{FF2B5EF4-FFF2-40B4-BE49-F238E27FC236}">
                    <a16:creationId xmlns:a16="http://schemas.microsoft.com/office/drawing/2014/main" id="{54307CB9-69BE-1B82-AF20-8570938143C8}"/>
                  </a:ext>
                </a:extLst>
              </p:cNvPr>
              <p:cNvSpPr/>
              <p:nvPr/>
            </p:nvSpPr>
            <p:spPr bwMode="auto">
              <a:xfrm>
                <a:off x="4311" y="1179"/>
                <a:ext cx="462" cy="2068"/>
              </a:xfrm>
              <a:custGeom>
                <a:avLst/>
                <a:gdLst>
                  <a:gd name="T0" fmla="*/ 0 w 462"/>
                  <a:gd name="T1" fmla="*/ 0 h 2068"/>
                  <a:gd name="T2" fmla="*/ 0 w 462"/>
                  <a:gd name="T3" fmla="*/ 2068 h 2068"/>
                  <a:gd name="T4" fmla="*/ 462 w 462"/>
                  <a:gd name="T5" fmla="*/ 1702 h 2068"/>
                  <a:gd name="T6" fmla="*/ 462 w 462"/>
                  <a:gd name="T7" fmla="*/ 0 h 2068"/>
                  <a:gd name="T8" fmla="*/ 0 w 462"/>
                  <a:gd name="T9" fmla="*/ 0 h 20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2" h="2068">
                    <a:moveTo>
                      <a:pt x="0" y="0"/>
                    </a:moveTo>
                    <a:lnTo>
                      <a:pt x="0" y="2068"/>
                    </a:lnTo>
                    <a:lnTo>
                      <a:pt x="462" y="1702"/>
                    </a:lnTo>
                    <a:lnTo>
                      <a:pt x="462" y="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31" name="Freeform: Shape 9">
                <a:extLst>
                  <a:ext uri="{FF2B5EF4-FFF2-40B4-BE49-F238E27FC236}">
                    <a16:creationId xmlns:a16="http://schemas.microsoft.com/office/drawing/2014/main" id="{512AF7A1-694F-8683-5CEA-8EBAAC2590FF}"/>
                  </a:ext>
                </a:extLst>
              </p:cNvPr>
              <p:cNvSpPr/>
              <p:nvPr/>
            </p:nvSpPr>
            <p:spPr bwMode="auto">
              <a:xfrm>
                <a:off x="4084" y="825"/>
                <a:ext cx="916" cy="395"/>
              </a:xfrm>
              <a:custGeom>
                <a:avLst/>
                <a:gdLst>
                  <a:gd name="T0" fmla="*/ 458 w 916"/>
                  <a:gd name="T1" fmla="*/ 0 h 395"/>
                  <a:gd name="T2" fmla="*/ 916 w 916"/>
                  <a:gd name="T3" fmla="*/ 395 h 395"/>
                  <a:gd name="T4" fmla="*/ 458 w 916"/>
                  <a:gd name="T5" fmla="*/ 395 h 395"/>
                  <a:gd name="T6" fmla="*/ 0 w 916"/>
                  <a:gd name="T7" fmla="*/ 395 h 395"/>
                  <a:gd name="T8" fmla="*/ 458 w 916"/>
                  <a:gd name="T9" fmla="*/ 0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6" h="395">
                    <a:moveTo>
                      <a:pt x="458" y="0"/>
                    </a:moveTo>
                    <a:lnTo>
                      <a:pt x="916" y="395"/>
                    </a:lnTo>
                    <a:lnTo>
                      <a:pt x="458" y="395"/>
                    </a:lnTo>
                    <a:lnTo>
                      <a:pt x="0" y="395"/>
                    </a:lnTo>
                    <a:lnTo>
                      <a:pt x="458" y="0"/>
                    </a:lnTo>
                    <a:close/>
                  </a:path>
                </a:pathLst>
              </a:custGeom>
              <a:solidFill>
                <a:srgbClr val="A6A5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32" name="Freeform: Shape 10">
                <a:extLst>
                  <a:ext uri="{FF2B5EF4-FFF2-40B4-BE49-F238E27FC236}">
                    <a16:creationId xmlns:a16="http://schemas.microsoft.com/office/drawing/2014/main" id="{AE6BD18F-611B-792F-BBA7-7EB3EECC12D5}"/>
                  </a:ext>
                </a:extLst>
              </p:cNvPr>
              <p:cNvSpPr/>
              <p:nvPr/>
            </p:nvSpPr>
            <p:spPr bwMode="auto">
              <a:xfrm>
                <a:off x="4084" y="825"/>
                <a:ext cx="916" cy="395"/>
              </a:xfrm>
              <a:custGeom>
                <a:avLst/>
                <a:gdLst>
                  <a:gd name="T0" fmla="*/ 458 w 916"/>
                  <a:gd name="T1" fmla="*/ 0 h 395"/>
                  <a:gd name="T2" fmla="*/ 916 w 916"/>
                  <a:gd name="T3" fmla="*/ 395 h 395"/>
                  <a:gd name="T4" fmla="*/ 458 w 916"/>
                  <a:gd name="T5" fmla="*/ 395 h 395"/>
                  <a:gd name="T6" fmla="*/ 0 w 916"/>
                  <a:gd name="T7" fmla="*/ 395 h 395"/>
                  <a:gd name="T8" fmla="*/ 458 w 916"/>
                  <a:gd name="T9" fmla="*/ 0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6" h="395">
                    <a:moveTo>
                      <a:pt x="458" y="0"/>
                    </a:moveTo>
                    <a:lnTo>
                      <a:pt x="916" y="395"/>
                    </a:lnTo>
                    <a:lnTo>
                      <a:pt x="458" y="395"/>
                    </a:lnTo>
                    <a:lnTo>
                      <a:pt x="0" y="395"/>
                    </a:lnTo>
                    <a:lnTo>
                      <a:pt x="45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33" name="Freeform: Shape 11">
                <a:extLst>
                  <a:ext uri="{FF2B5EF4-FFF2-40B4-BE49-F238E27FC236}">
                    <a16:creationId xmlns:a16="http://schemas.microsoft.com/office/drawing/2014/main" id="{B0B9D7FD-0F18-C442-921D-8D4F6C0BBACC}"/>
                  </a:ext>
                </a:extLst>
              </p:cNvPr>
              <p:cNvSpPr/>
              <p:nvPr/>
            </p:nvSpPr>
            <p:spPr bwMode="auto">
              <a:xfrm>
                <a:off x="4084" y="825"/>
                <a:ext cx="458" cy="395"/>
              </a:xfrm>
              <a:custGeom>
                <a:avLst/>
                <a:gdLst>
                  <a:gd name="T0" fmla="*/ 458 w 458"/>
                  <a:gd name="T1" fmla="*/ 0 h 395"/>
                  <a:gd name="T2" fmla="*/ 0 w 458"/>
                  <a:gd name="T3" fmla="*/ 395 h 395"/>
                  <a:gd name="T4" fmla="*/ 227 w 458"/>
                  <a:gd name="T5" fmla="*/ 395 h 395"/>
                  <a:gd name="T6" fmla="*/ 0 w 458"/>
                  <a:gd name="T7" fmla="*/ 395 h 395"/>
                  <a:gd name="T8" fmla="*/ 210 w 458"/>
                  <a:gd name="T9" fmla="*/ 214 h 395"/>
                  <a:gd name="T10" fmla="*/ 458 w 458"/>
                  <a:gd name="T11" fmla="*/ 0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8" h="395">
                    <a:moveTo>
                      <a:pt x="458" y="0"/>
                    </a:moveTo>
                    <a:lnTo>
                      <a:pt x="0" y="395"/>
                    </a:lnTo>
                    <a:lnTo>
                      <a:pt x="227" y="395"/>
                    </a:lnTo>
                    <a:lnTo>
                      <a:pt x="0" y="395"/>
                    </a:lnTo>
                    <a:lnTo>
                      <a:pt x="210" y="214"/>
                    </a:lnTo>
                    <a:lnTo>
                      <a:pt x="458" y="0"/>
                    </a:lnTo>
                    <a:close/>
                  </a:path>
                </a:pathLst>
              </a:custGeom>
              <a:solidFill>
                <a:srgbClr val="A6A5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34" name="Freeform: Shape 12">
                <a:extLst>
                  <a:ext uri="{FF2B5EF4-FFF2-40B4-BE49-F238E27FC236}">
                    <a16:creationId xmlns:a16="http://schemas.microsoft.com/office/drawing/2014/main" id="{62393317-C7F9-59E4-83CB-67BF2A735A52}"/>
                  </a:ext>
                </a:extLst>
              </p:cNvPr>
              <p:cNvSpPr/>
              <p:nvPr/>
            </p:nvSpPr>
            <p:spPr bwMode="auto">
              <a:xfrm>
                <a:off x="4084" y="825"/>
                <a:ext cx="458" cy="395"/>
              </a:xfrm>
              <a:custGeom>
                <a:avLst/>
                <a:gdLst>
                  <a:gd name="T0" fmla="*/ 458 w 458"/>
                  <a:gd name="T1" fmla="*/ 0 h 395"/>
                  <a:gd name="T2" fmla="*/ 0 w 458"/>
                  <a:gd name="T3" fmla="*/ 395 h 395"/>
                  <a:gd name="T4" fmla="*/ 227 w 458"/>
                  <a:gd name="T5" fmla="*/ 395 h 395"/>
                  <a:gd name="T6" fmla="*/ 0 w 458"/>
                  <a:gd name="T7" fmla="*/ 395 h 395"/>
                  <a:gd name="T8" fmla="*/ 210 w 458"/>
                  <a:gd name="T9" fmla="*/ 214 h 395"/>
                  <a:gd name="T10" fmla="*/ 458 w 458"/>
                  <a:gd name="T11" fmla="*/ 0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8" h="395">
                    <a:moveTo>
                      <a:pt x="458" y="0"/>
                    </a:moveTo>
                    <a:lnTo>
                      <a:pt x="0" y="395"/>
                    </a:lnTo>
                    <a:lnTo>
                      <a:pt x="227" y="395"/>
                    </a:lnTo>
                    <a:lnTo>
                      <a:pt x="0" y="395"/>
                    </a:lnTo>
                    <a:lnTo>
                      <a:pt x="210" y="214"/>
                    </a:lnTo>
                    <a:lnTo>
                      <a:pt x="45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35" name="Freeform: Shape 13">
                <a:extLst>
                  <a:ext uri="{FF2B5EF4-FFF2-40B4-BE49-F238E27FC236}">
                    <a16:creationId xmlns:a16="http://schemas.microsoft.com/office/drawing/2014/main" id="{5D863BDF-C14F-B50D-5184-B49A73133368}"/>
                  </a:ext>
                </a:extLst>
              </p:cNvPr>
              <p:cNvSpPr/>
              <p:nvPr/>
            </p:nvSpPr>
            <p:spPr bwMode="auto">
              <a:xfrm>
                <a:off x="4542" y="825"/>
                <a:ext cx="458" cy="395"/>
              </a:xfrm>
              <a:custGeom>
                <a:avLst/>
                <a:gdLst>
                  <a:gd name="T0" fmla="*/ 0 w 458"/>
                  <a:gd name="T1" fmla="*/ 0 h 395"/>
                  <a:gd name="T2" fmla="*/ 0 w 458"/>
                  <a:gd name="T3" fmla="*/ 0 h 395"/>
                  <a:gd name="T4" fmla="*/ 458 w 458"/>
                  <a:gd name="T5" fmla="*/ 395 h 395"/>
                  <a:gd name="T6" fmla="*/ 458 w 458"/>
                  <a:gd name="T7" fmla="*/ 395 h 395"/>
                  <a:gd name="T8" fmla="*/ 0 w 458"/>
                  <a:gd name="T9" fmla="*/ 0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8" h="395">
                    <a:moveTo>
                      <a:pt x="0" y="0"/>
                    </a:moveTo>
                    <a:lnTo>
                      <a:pt x="0" y="0"/>
                    </a:lnTo>
                    <a:lnTo>
                      <a:pt x="458" y="395"/>
                    </a:lnTo>
                    <a:lnTo>
                      <a:pt x="458" y="3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EAD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36" name="Freeform: Shape 14">
                <a:extLst>
                  <a:ext uri="{FF2B5EF4-FFF2-40B4-BE49-F238E27FC236}">
                    <a16:creationId xmlns:a16="http://schemas.microsoft.com/office/drawing/2014/main" id="{1089B0D8-775B-6E83-1FCE-5B2010BD9088}"/>
                  </a:ext>
                </a:extLst>
              </p:cNvPr>
              <p:cNvSpPr/>
              <p:nvPr/>
            </p:nvSpPr>
            <p:spPr bwMode="auto">
              <a:xfrm>
                <a:off x="4542" y="825"/>
                <a:ext cx="458" cy="395"/>
              </a:xfrm>
              <a:custGeom>
                <a:avLst/>
                <a:gdLst>
                  <a:gd name="T0" fmla="*/ 0 w 458"/>
                  <a:gd name="T1" fmla="*/ 0 h 395"/>
                  <a:gd name="T2" fmla="*/ 0 w 458"/>
                  <a:gd name="T3" fmla="*/ 0 h 395"/>
                  <a:gd name="T4" fmla="*/ 458 w 458"/>
                  <a:gd name="T5" fmla="*/ 395 h 395"/>
                  <a:gd name="T6" fmla="*/ 458 w 458"/>
                  <a:gd name="T7" fmla="*/ 395 h 395"/>
                  <a:gd name="T8" fmla="*/ 0 w 458"/>
                  <a:gd name="T9" fmla="*/ 0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58" h="395">
                    <a:moveTo>
                      <a:pt x="0" y="0"/>
                    </a:moveTo>
                    <a:lnTo>
                      <a:pt x="0" y="0"/>
                    </a:lnTo>
                    <a:lnTo>
                      <a:pt x="458" y="395"/>
                    </a:lnTo>
                    <a:lnTo>
                      <a:pt x="458" y="395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37" name="Freeform: Shape 15">
                <a:extLst>
                  <a:ext uri="{FF2B5EF4-FFF2-40B4-BE49-F238E27FC236}">
                    <a16:creationId xmlns:a16="http://schemas.microsoft.com/office/drawing/2014/main" id="{5D7BCE58-2485-AD00-639B-7D66DCBF76DA}"/>
                  </a:ext>
                </a:extLst>
              </p:cNvPr>
              <p:cNvSpPr/>
              <p:nvPr/>
            </p:nvSpPr>
            <p:spPr bwMode="auto">
              <a:xfrm>
                <a:off x="4311" y="1220"/>
                <a:ext cx="462" cy="2027"/>
              </a:xfrm>
              <a:custGeom>
                <a:avLst/>
                <a:gdLst>
                  <a:gd name="T0" fmla="*/ 462 w 462"/>
                  <a:gd name="T1" fmla="*/ 0 h 2027"/>
                  <a:gd name="T2" fmla="*/ 231 w 462"/>
                  <a:gd name="T3" fmla="*/ 0 h 2027"/>
                  <a:gd name="T4" fmla="*/ 0 w 462"/>
                  <a:gd name="T5" fmla="*/ 0 h 2027"/>
                  <a:gd name="T6" fmla="*/ 0 w 462"/>
                  <a:gd name="T7" fmla="*/ 2027 h 2027"/>
                  <a:gd name="T8" fmla="*/ 462 w 462"/>
                  <a:gd name="T9" fmla="*/ 1661 h 2027"/>
                  <a:gd name="T10" fmla="*/ 462 w 462"/>
                  <a:gd name="T11" fmla="*/ 0 h 20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2" h="2027">
                    <a:moveTo>
                      <a:pt x="462" y="0"/>
                    </a:moveTo>
                    <a:lnTo>
                      <a:pt x="231" y="0"/>
                    </a:lnTo>
                    <a:lnTo>
                      <a:pt x="0" y="0"/>
                    </a:lnTo>
                    <a:lnTo>
                      <a:pt x="0" y="2027"/>
                    </a:lnTo>
                    <a:lnTo>
                      <a:pt x="462" y="1661"/>
                    </a:lnTo>
                    <a:lnTo>
                      <a:pt x="462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DB1E37">
                      <a:shade val="30000"/>
                      <a:satMod val="115000"/>
                    </a:srgbClr>
                  </a:gs>
                  <a:gs pos="50000">
                    <a:srgbClr val="DB1E37">
                      <a:shade val="67500"/>
                      <a:satMod val="115000"/>
                    </a:srgbClr>
                  </a:gs>
                  <a:gs pos="100000">
                    <a:srgbClr val="DB1E37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38" name="Freeform: Shape 16">
                <a:extLst>
                  <a:ext uri="{FF2B5EF4-FFF2-40B4-BE49-F238E27FC236}">
                    <a16:creationId xmlns:a16="http://schemas.microsoft.com/office/drawing/2014/main" id="{16C66ECF-C7AE-F1D1-715B-2F073E23C1D7}"/>
                  </a:ext>
                </a:extLst>
              </p:cNvPr>
              <p:cNvSpPr/>
              <p:nvPr/>
            </p:nvSpPr>
            <p:spPr bwMode="auto">
              <a:xfrm>
                <a:off x="4311" y="1220"/>
                <a:ext cx="462" cy="2027"/>
              </a:xfrm>
              <a:custGeom>
                <a:avLst/>
                <a:gdLst>
                  <a:gd name="T0" fmla="*/ 462 w 462"/>
                  <a:gd name="T1" fmla="*/ 0 h 2027"/>
                  <a:gd name="T2" fmla="*/ 231 w 462"/>
                  <a:gd name="T3" fmla="*/ 0 h 2027"/>
                  <a:gd name="T4" fmla="*/ 0 w 462"/>
                  <a:gd name="T5" fmla="*/ 0 h 2027"/>
                  <a:gd name="T6" fmla="*/ 0 w 462"/>
                  <a:gd name="T7" fmla="*/ 2027 h 2027"/>
                  <a:gd name="T8" fmla="*/ 462 w 462"/>
                  <a:gd name="T9" fmla="*/ 1661 h 2027"/>
                  <a:gd name="T10" fmla="*/ 462 w 462"/>
                  <a:gd name="T11" fmla="*/ 0 h 20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2" h="2027">
                    <a:moveTo>
                      <a:pt x="462" y="0"/>
                    </a:moveTo>
                    <a:lnTo>
                      <a:pt x="231" y="0"/>
                    </a:lnTo>
                    <a:lnTo>
                      <a:pt x="0" y="0"/>
                    </a:lnTo>
                    <a:lnTo>
                      <a:pt x="0" y="2027"/>
                    </a:lnTo>
                    <a:lnTo>
                      <a:pt x="462" y="1661"/>
                    </a:lnTo>
                    <a:lnTo>
                      <a:pt x="46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39" name="Freeform: Shape 17">
                <a:extLst>
                  <a:ext uri="{FF2B5EF4-FFF2-40B4-BE49-F238E27FC236}">
                    <a16:creationId xmlns:a16="http://schemas.microsoft.com/office/drawing/2014/main" id="{E28045B9-3A93-81F9-E0FE-BC0547F15708}"/>
                  </a:ext>
                </a:extLst>
              </p:cNvPr>
              <p:cNvSpPr/>
              <p:nvPr/>
            </p:nvSpPr>
            <p:spPr bwMode="auto">
              <a:xfrm>
                <a:off x="4084" y="825"/>
                <a:ext cx="916" cy="395"/>
              </a:xfrm>
              <a:custGeom>
                <a:avLst/>
                <a:gdLst>
                  <a:gd name="T0" fmla="*/ 458 w 916"/>
                  <a:gd name="T1" fmla="*/ 0 h 395"/>
                  <a:gd name="T2" fmla="*/ 458 w 916"/>
                  <a:gd name="T3" fmla="*/ 0 h 395"/>
                  <a:gd name="T4" fmla="*/ 210 w 916"/>
                  <a:gd name="T5" fmla="*/ 214 h 395"/>
                  <a:gd name="T6" fmla="*/ 0 w 916"/>
                  <a:gd name="T7" fmla="*/ 395 h 395"/>
                  <a:gd name="T8" fmla="*/ 227 w 916"/>
                  <a:gd name="T9" fmla="*/ 395 h 395"/>
                  <a:gd name="T10" fmla="*/ 458 w 916"/>
                  <a:gd name="T11" fmla="*/ 395 h 395"/>
                  <a:gd name="T12" fmla="*/ 689 w 916"/>
                  <a:gd name="T13" fmla="*/ 395 h 395"/>
                  <a:gd name="T14" fmla="*/ 916 w 916"/>
                  <a:gd name="T15" fmla="*/ 395 h 395"/>
                  <a:gd name="T16" fmla="*/ 458 w 916"/>
                  <a:gd name="T17" fmla="*/ 0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16" h="395">
                    <a:moveTo>
                      <a:pt x="458" y="0"/>
                    </a:moveTo>
                    <a:lnTo>
                      <a:pt x="458" y="0"/>
                    </a:lnTo>
                    <a:lnTo>
                      <a:pt x="210" y="214"/>
                    </a:lnTo>
                    <a:lnTo>
                      <a:pt x="0" y="395"/>
                    </a:lnTo>
                    <a:lnTo>
                      <a:pt x="227" y="395"/>
                    </a:lnTo>
                    <a:lnTo>
                      <a:pt x="458" y="395"/>
                    </a:lnTo>
                    <a:lnTo>
                      <a:pt x="689" y="395"/>
                    </a:lnTo>
                    <a:lnTo>
                      <a:pt x="916" y="395"/>
                    </a:lnTo>
                    <a:lnTo>
                      <a:pt x="458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DB1E37">
                      <a:shade val="30000"/>
                      <a:satMod val="115000"/>
                    </a:srgbClr>
                  </a:gs>
                  <a:gs pos="50000">
                    <a:srgbClr val="DB1E37">
                      <a:shade val="67500"/>
                      <a:satMod val="115000"/>
                    </a:srgbClr>
                  </a:gs>
                  <a:gs pos="100000">
                    <a:srgbClr val="DB1E37">
                      <a:shade val="100000"/>
                      <a:satMod val="115000"/>
                    </a:srgbClr>
                  </a:gs>
                </a:gsLst>
                <a:lin ang="189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0" name="Freeform: Shape 18">
                <a:extLst>
                  <a:ext uri="{FF2B5EF4-FFF2-40B4-BE49-F238E27FC236}">
                    <a16:creationId xmlns:a16="http://schemas.microsoft.com/office/drawing/2014/main" id="{4877D224-CED7-6ED5-7680-1ABB1DC1A1AA}"/>
                  </a:ext>
                </a:extLst>
              </p:cNvPr>
              <p:cNvSpPr/>
              <p:nvPr/>
            </p:nvSpPr>
            <p:spPr bwMode="auto">
              <a:xfrm>
                <a:off x="4084" y="825"/>
                <a:ext cx="916" cy="395"/>
              </a:xfrm>
              <a:custGeom>
                <a:avLst/>
                <a:gdLst>
                  <a:gd name="T0" fmla="*/ 458 w 916"/>
                  <a:gd name="T1" fmla="*/ 0 h 395"/>
                  <a:gd name="T2" fmla="*/ 458 w 916"/>
                  <a:gd name="T3" fmla="*/ 0 h 395"/>
                  <a:gd name="T4" fmla="*/ 210 w 916"/>
                  <a:gd name="T5" fmla="*/ 214 h 395"/>
                  <a:gd name="T6" fmla="*/ 0 w 916"/>
                  <a:gd name="T7" fmla="*/ 395 h 395"/>
                  <a:gd name="T8" fmla="*/ 227 w 916"/>
                  <a:gd name="T9" fmla="*/ 395 h 395"/>
                  <a:gd name="T10" fmla="*/ 458 w 916"/>
                  <a:gd name="T11" fmla="*/ 395 h 395"/>
                  <a:gd name="T12" fmla="*/ 689 w 916"/>
                  <a:gd name="T13" fmla="*/ 395 h 395"/>
                  <a:gd name="T14" fmla="*/ 916 w 916"/>
                  <a:gd name="T15" fmla="*/ 395 h 395"/>
                  <a:gd name="T16" fmla="*/ 458 w 916"/>
                  <a:gd name="T17" fmla="*/ 0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16" h="395">
                    <a:moveTo>
                      <a:pt x="458" y="0"/>
                    </a:moveTo>
                    <a:lnTo>
                      <a:pt x="458" y="0"/>
                    </a:lnTo>
                    <a:lnTo>
                      <a:pt x="210" y="214"/>
                    </a:lnTo>
                    <a:lnTo>
                      <a:pt x="0" y="395"/>
                    </a:lnTo>
                    <a:lnTo>
                      <a:pt x="227" y="395"/>
                    </a:lnTo>
                    <a:lnTo>
                      <a:pt x="458" y="395"/>
                    </a:lnTo>
                    <a:lnTo>
                      <a:pt x="689" y="395"/>
                    </a:lnTo>
                    <a:lnTo>
                      <a:pt x="916" y="395"/>
                    </a:lnTo>
                    <a:lnTo>
                      <a:pt x="45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1" name="Freeform: Shape 19">
                <a:extLst>
                  <a:ext uri="{FF2B5EF4-FFF2-40B4-BE49-F238E27FC236}">
                    <a16:creationId xmlns:a16="http://schemas.microsoft.com/office/drawing/2014/main" id="{80DD734D-B1E4-09C5-B3AB-25CE3D1BB348}"/>
                  </a:ext>
                </a:extLst>
              </p:cNvPr>
              <p:cNvSpPr/>
              <p:nvPr/>
            </p:nvSpPr>
            <p:spPr bwMode="auto">
              <a:xfrm>
                <a:off x="3844" y="1950"/>
                <a:ext cx="467" cy="1532"/>
              </a:xfrm>
              <a:custGeom>
                <a:avLst/>
                <a:gdLst>
                  <a:gd name="T0" fmla="*/ 0 w 467"/>
                  <a:gd name="T1" fmla="*/ 1532 h 1532"/>
                  <a:gd name="T2" fmla="*/ 0 w 467"/>
                  <a:gd name="T3" fmla="*/ 0 h 1532"/>
                  <a:gd name="T4" fmla="*/ 467 w 467"/>
                  <a:gd name="T5" fmla="*/ 366 h 1532"/>
                  <a:gd name="T6" fmla="*/ 467 w 467"/>
                  <a:gd name="T7" fmla="*/ 1532 h 1532"/>
                  <a:gd name="T8" fmla="*/ 0 w 467"/>
                  <a:gd name="T9" fmla="*/ 1532 h 15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7" h="1532">
                    <a:moveTo>
                      <a:pt x="0" y="1532"/>
                    </a:moveTo>
                    <a:lnTo>
                      <a:pt x="0" y="0"/>
                    </a:lnTo>
                    <a:lnTo>
                      <a:pt x="467" y="366"/>
                    </a:lnTo>
                    <a:lnTo>
                      <a:pt x="467" y="1532"/>
                    </a:lnTo>
                    <a:lnTo>
                      <a:pt x="0" y="1532"/>
                    </a:lnTo>
                    <a:close/>
                  </a:path>
                </a:pathLst>
              </a:custGeom>
              <a:solidFill>
                <a:srgbClr val="A6A5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2" name="Freeform: Shape 20">
                <a:extLst>
                  <a:ext uri="{FF2B5EF4-FFF2-40B4-BE49-F238E27FC236}">
                    <a16:creationId xmlns:a16="http://schemas.microsoft.com/office/drawing/2014/main" id="{A1A51A6C-6D2F-FE9F-3570-14C81751A0DE}"/>
                  </a:ext>
                </a:extLst>
              </p:cNvPr>
              <p:cNvSpPr/>
              <p:nvPr/>
            </p:nvSpPr>
            <p:spPr bwMode="auto">
              <a:xfrm>
                <a:off x="3844" y="1950"/>
                <a:ext cx="467" cy="1532"/>
              </a:xfrm>
              <a:custGeom>
                <a:avLst/>
                <a:gdLst>
                  <a:gd name="T0" fmla="*/ 0 w 467"/>
                  <a:gd name="T1" fmla="*/ 1532 h 1532"/>
                  <a:gd name="T2" fmla="*/ 0 w 467"/>
                  <a:gd name="T3" fmla="*/ 0 h 1532"/>
                  <a:gd name="T4" fmla="*/ 467 w 467"/>
                  <a:gd name="T5" fmla="*/ 366 h 1532"/>
                  <a:gd name="T6" fmla="*/ 467 w 467"/>
                  <a:gd name="T7" fmla="*/ 1532 h 1532"/>
                  <a:gd name="T8" fmla="*/ 0 w 467"/>
                  <a:gd name="T9" fmla="*/ 1532 h 15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7" h="1532">
                    <a:moveTo>
                      <a:pt x="0" y="1532"/>
                    </a:moveTo>
                    <a:lnTo>
                      <a:pt x="0" y="0"/>
                    </a:lnTo>
                    <a:lnTo>
                      <a:pt x="467" y="366"/>
                    </a:lnTo>
                    <a:lnTo>
                      <a:pt x="467" y="1532"/>
                    </a:lnTo>
                    <a:lnTo>
                      <a:pt x="0" y="1532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3" name="Freeform: Shape 21">
                <a:extLst>
                  <a:ext uri="{FF2B5EF4-FFF2-40B4-BE49-F238E27FC236}">
                    <a16:creationId xmlns:a16="http://schemas.microsoft.com/office/drawing/2014/main" id="{3134E3AA-7D4E-C90F-DD01-C469D04113CA}"/>
                  </a:ext>
                </a:extLst>
              </p:cNvPr>
              <p:cNvSpPr/>
              <p:nvPr/>
            </p:nvSpPr>
            <p:spPr bwMode="auto">
              <a:xfrm>
                <a:off x="3617" y="3441"/>
                <a:ext cx="917" cy="396"/>
              </a:xfrm>
              <a:custGeom>
                <a:avLst/>
                <a:gdLst>
                  <a:gd name="T0" fmla="*/ 458 w 917"/>
                  <a:gd name="T1" fmla="*/ 396 h 396"/>
                  <a:gd name="T2" fmla="*/ 917 w 917"/>
                  <a:gd name="T3" fmla="*/ 0 h 396"/>
                  <a:gd name="T4" fmla="*/ 458 w 917"/>
                  <a:gd name="T5" fmla="*/ 0 h 396"/>
                  <a:gd name="T6" fmla="*/ 0 w 917"/>
                  <a:gd name="T7" fmla="*/ 0 h 396"/>
                  <a:gd name="T8" fmla="*/ 458 w 917"/>
                  <a:gd name="T9" fmla="*/ 396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7" h="396">
                    <a:moveTo>
                      <a:pt x="458" y="396"/>
                    </a:moveTo>
                    <a:lnTo>
                      <a:pt x="917" y="0"/>
                    </a:lnTo>
                    <a:lnTo>
                      <a:pt x="458" y="0"/>
                    </a:lnTo>
                    <a:lnTo>
                      <a:pt x="0" y="0"/>
                    </a:lnTo>
                    <a:lnTo>
                      <a:pt x="458" y="396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4" name="Freeform: Shape 22">
                <a:extLst>
                  <a:ext uri="{FF2B5EF4-FFF2-40B4-BE49-F238E27FC236}">
                    <a16:creationId xmlns:a16="http://schemas.microsoft.com/office/drawing/2014/main" id="{1A8A61E2-DF6E-0839-47C8-02BCBA8A7A5B}"/>
                  </a:ext>
                </a:extLst>
              </p:cNvPr>
              <p:cNvSpPr/>
              <p:nvPr/>
            </p:nvSpPr>
            <p:spPr bwMode="auto">
              <a:xfrm>
                <a:off x="3617" y="3441"/>
                <a:ext cx="917" cy="396"/>
              </a:xfrm>
              <a:custGeom>
                <a:avLst/>
                <a:gdLst>
                  <a:gd name="T0" fmla="*/ 458 w 917"/>
                  <a:gd name="T1" fmla="*/ 396 h 396"/>
                  <a:gd name="T2" fmla="*/ 917 w 917"/>
                  <a:gd name="T3" fmla="*/ 0 h 396"/>
                  <a:gd name="T4" fmla="*/ 458 w 917"/>
                  <a:gd name="T5" fmla="*/ 0 h 396"/>
                  <a:gd name="T6" fmla="*/ 0 w 917"/>
                  <a:gd name="T7" fmla="*/ 0 h 396"/>
                  <a:gd name="T8" fmla="*/ 458 w 917"/>
                  <a:gd name="T9" fmla="*/ 396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7" h="396">
                    <a:moveTo>
                      <a:pt x="458" y="396"/>
                    </a:moveTo>
                    <a:lnTo>
                      <a:pt x="917" y="0"/>
                    </a:lnTo>
                    <a:lnTo>
                      <a:pt x="458" y="0"/>
                    </a:lnTo>
                    <a:lnTo>
                      <a:pt x="0" y="0"/>
                    </a:lnTo>
                    <a:lnTo>
                      <a:pt x="458" y="39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5" name="Freeform: Shape 23">
                <a:extLst>
                  <a:ext uri="{FF2B5EF4-FFF2-40B4-BE49-F238E27FC236}">
                    <a16:creationId xmlns:a16="http://schemas.microsoft.com/office/drawing/2014/main" id="{764AD8F6-BFBF-08BC-ECE7-65C733F98FC1}"/>
                  </a:ext>
                </a:extLst>
              </p:cNvPr>
              <p:cNvSpPr/>
              <p:nvPr/>
            </p:nvSpPr>
            <p:spPr bwMode="auto">
              <a:xfrm>
                <a:off x="3617" y="3441"/>
                <a:ext cx="917" cy="396"/>
              </a:xfrm>
              <a:custGeom>
                <a:avLst/>
                <a:gdLst>
                  <a:gd name="T0" fmla="*/ 917 w 917"/>
                  <a:gd name="T1" fmla="*/ 0 h 396"/>
                  <a:gd name="T2" fmla="*/ 917 w 917"/>
                  <a:gd name="T3" fmla="*/ 0 h 396"/>
                  <a:gd name="T4" fmla="*/ 458 w 917"/>
                  <a:gd name="T5" fmla="*/ 396 h 396"/>
                  <a:gd name="T6" fmla="*/ 0 w 917"/>
                  <a:gd name="T7" fmla="*/ 0 h 396"/>
                  <a:gd name="T8" fmla="*/ 0 w 917"/>
                  <a:gd name="T9" fmla="*/ 0 h 396"/>
                  <a:gd name="T10" fmla="*/ 458 w 917"/>
                  <a:gd name="T11" fmla="*/ 396 h 396"/>
                  <a:gd name="T12" fmla="*/ 917 w 917"/>
                  <a:gd name="T13" fmla="*/ 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7" h="396">
                    <a:moveTo>
                      <a:pt x="917" y="0"/>
                    </a:moveTo>
                    <a:lnTo>
                      <a:pt x="917" y="0"/>
                    </a:lnTo>
                    <a:lnTo>
                      <a:pt x="458" y="39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58" y="396"/>
                    </a:lnTo>
                    <a:lnTo>
                      <a:pt x="917" y="0"/>
                    </a:lnTo>
                    <a:close/>
                  </a:path>
                </a:pathLst>
              </a:custGeom>
              <a:solidFill>
                <a:srgbClr val="A6A5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6" name="Freeform: Shape 24">
                <a:extLst>
                  <a:ext uri="{FF2B5EF4-FFF2-40B4-BE49-F238E27FC236}">
                    <a16:creationId xmlns:a16="http://schemas.microsoft.com/office/drawing/2014/main" id="{4E98E990-5A1B-5C4E-AD9B-F61C58D2FD7F}"/>
                  </a:ext>
                </a:extLst>
              </p:cNvPr>
              <p:cNvSpPr/>
              <p:nvPr/>
            </p:nvSpPr>
            <p:spPr bwMode="auto">
              <a:xfrm>
                <a:off x="3617" y="3441"/>
                <a:ext cx="917" cy="396"/>
              </a:xfrm>
              <a:custGeom>
                <a:avLst/>
                <a:gdLst>
                  <a:gd name="T0" fmla="*/ 917 w 917"/>
                  <a:gd name="T1" fmla="*/ 0 h 396"/>
                  <a:gd name="T2" fmla="*/ 917 w 917"/>
                  <a:gd name="T3" fmla="*/ 0 h 396"/>
                  <a:gd name="T4" fmla="*/ 458 w 917"/>
                  <a:gd name="T5" fmla="*/ 396 h 396"/>
                  <a:gd name="T6" fmla="*/ 0 w 917"/>
                  <a:gd name="T7" fmla="*/ 0 h 396"/>
                  <a:gd name="T8" fmla="*/ 0 w 917"/>
                  <a:gd name="T9" fmla="*/ 0 h 396"/>
                  <a:gd name="T10" fmla="*/ 458 w 917"/>
                  <a:gd name="T11" fmla="*/ 396 h 396"/>
                  <a:gd name="T12" fmla="*/ 917 w 917"/>
                  <a:gd name="T13" fmla="*/ 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7" h="396">
                    <a:moveTo>
                      <a:pt x="917" y="0"/>
                    </a:moveTo>
                    <a:lnTo>
                      <a:pt x="917" y="0"/>
                    </a:lnTo>
                    <a:lnTo>
                      <a:pt x="458" y="396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458" y="396"/>
                    </a:lnTo>
                    <a:lnTo>
                      <a:pt x="91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7" name="Freeform: Shape 25">
                <a:extLst>
                  <a:ext uri="{FF2B5EF4-FFF2-40B4-BE49-F238E27FC236}">
                    <a16:creationId xmlns:a16="http://schemas.microsoft.com/office/drawing/2014/main" id="{C01DC0D6-AB57-5DFA-2591-E9E824C1FB5C}"/>
                  </a:ext>
                </a:extLst>
              </p:cNvPr>
              <p:cNvSpPr/>
              <p:nvPr/>
            </p:nvSpPr>
            <p:spPr bwMode="auto">
              <a:xfrm>
                <a:off x="3617" y="1950"/>
                <a:ext cx="917" cy="1491"/>
              </a:xfrm>
              <a:custGeom>
                <a:avLst/>
                <a:gdLst>
                  <a:gd name="T0" fmla="*/ 227 w 917"/>
                  <a:gd name="T1" fmla="*/ 1491 h 1491"/>
                  <a:gd name="T2" fmla="*/ 0 w 917"/>
                  <a:gd name="T3" fmla="*/ 1491 h 1491"/>
                  <a:gd name="T4" fmla="*/ 227 w 917"/>
                  <a:gd name="T5" fmla="*/ 1491 h 1491"/>
                  <a:gd name="T6" fmla="*/ 227 w 917"/>
                  <a:gd name="T7" fmla="*/ 1491 h 1491"/>
                  <a:gd name="T8" fmla="*/ 227 w 917"/>
                  <a:gd name="T9" fmla="*/ 0 h 1491"/>
                  <a:gd name="T10" fmla="*/ 227 w 917"/>
                  <a:gd name="T11" fmla="*/ 0 h 1491"/>
                  <a:gd name="T12" fmla="*/ 694 w 917"/>
                  <a:gd name="T13" fmla="*/ 366 h 1491"/>
                  <a:gd name="T14" fmla="*/ 694 w 917"/>
                  <a:gd name="T15" fmla="*/ 1491 h 1491"/>
                  <a:gd name="T16" fmla="*/ 917 w 917"/>
                  <a:gd name="T17" fmla="*/ 1491 h 1491"/>
                  <a:gd name="T18" fmla="*/ 917 w 917"/>
                  <a:gd name="T19" fmla="*/ 1491 h 1491"/>
                  <a:gd name="T20" fmla="*/ 694 w 917"/>
                  <a:gd name="T21" fmla="*/ 1491 h 1491"/>
                  <a:gd name="T22" fmla="*/ 694 w 917"/>
                  <a:gd name="T23" fmla="*/ 366 h 1491"/>
                  <a:gd name="T24" fmla="*/ 227 w 917"/>
                  <a:gd name="T25" fmla="*/ 0 h 14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17" h="1491">
                    <a:moveTo>
                      <a:pt x="227" y="1491"/>
                    </a:moveTo>
                    <a:lnTo>
                      <a:pt x="0" y="1491"/>
                    </a:lnTo>
                    <a:lnTo>
                      <a:pt x="227" y="1491"/>
                    </a:lnTo>
                    <a:lnTo>
                      <a:pt x="227" y="1491"/>
                    </a:lnTo>
                    <a:close/>
                    <a:moveTo>
                      <a:pt x="227" y="0"/>
                    </a:moveTo>
                    <a:lnTo>
                      <a:pt x="227" y="0"/>
                    </a:lnTo>
                    <a:lnTo>
                      <a:pt x="694" y="366"/>
                    </a:lnTo>
                    <a:lnTo>
                      <a:pt x="694" y="1491"/>
                    </a:lnTo>
                    <a:lnTo>
                      <a:pt x="917" y="1491"/>
                    </a:lnTo>
                    <a:lnTo>
                      <a:pt x="917" y="1491"/>
                    </a:lnTo>
                    <a:lnTo>
                      <a:pt x="694" y="1491"/>
                    </a:lnTo>
                    <a:lnTo>
                      <a:pt x="694" y="366"/>
                    </a:lnTo>
                    <a:lnTo>
                      <a:pt x="227" y="0"/>
                    </a:lnTo>
                    <a:close/>
                  </a:path>
                </a:pathLst>
              </a:custGeom>
              <a:solidFill>
                <a:srgbClr val="A6A5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8" name="Freeform: Shape 26">
                <a:extLst>
                  <a:ext uri="{FF2B5EF4-FFF2-40B4-BE49-F238E27FC236}">
                    <a16:creationId xmlns:a16="http://schemas.microsoft.com/office/drawing/2014/main" id="{55FC5B2C-7EB2-4ED5-F597-D81E44883C51}"/>
                  </a:ext>
                </a:extLst>
              </p:cNvPr>
              <p:cNvSpPr/>
              <p:nvPr/>
            </p:nvSpPr>
            <p:spPr bwMode="auto">
              <a:xfrm>
                <a:off x="3617" y="1950"/>
                <a:ext cx="917" cy="1491"/>
              </a:xfrm>
              <a:custGeom>
                <a:avLst/>
                <a:gdLst>
                  <a:gd name="T0" fmla="*/ 227 w 917"/>
                  <a:gd name="T1" fmla="*/ 1491 h 1491"/>
                  <a:gd name="T2" fmla="*/ 0 w 917"/>
                  <a:gd name="T3" fmla="*/ 1491 h 1491"/>
                  <a:gd name="T4" fmla="*/ 227 w 917"/>
                  <a:gd name="T5" fmla="*/ 1491 h 1491"/>
                  <a:gd name="T6" fmla="*/ 227 w 917"/>
                  <a:gd name="T7" fmla="*/ 1491 h 1491"/>
                  <a:gd name="T8" fmla="*/ 227 w 917"/>
                  <a:gd name="T9" fmla="*/ 0 h 1491"/>
                  <a:gd name="T10" fmla="*/ 227 w 917"/>
                  <a:gd name="T11" fmla="*/ 0 h 1491"/>
                  <a:gd name="T12" fmla="*/ 694 w 917"/>
                  <a:gd name="T13" fmla="*/ 366 h 1491"/>
                  <a:gd name="T14" fmla="*/ 694 w 917"/>
                  <a:gd name="T15" fmla="*/ 1491 h 1491"/>
                  <a:gd name="T16" fmla="*/ 917 w 917"/>
                  <a:gd name="T17" fmla="*/ 1491 h 1491"/>
                  <a:gd name="T18" fmla="*/ 917 w 917"/>
                  <a:gd name="T19" fmla="*/ 1491 h 1491"/>
                  <a:gd name="T20" fmla="*/ 694 w 917"/>
                  <a:gd name="T21" fmla="*/ 1491 h 1491"/>
                  <a:gd name="T22" fmla="*/ 694 w 917"/>
                  <a:gd name="T23" fmla="*/ 366 h 1491"/>
                  <a:gd name="T24" fmla="*/ 227 w 917"/>
                  <a:gd name="T25" fmla="*/ 0 h 14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17" h="1491">
                    <a:moveTo>
                      <a:pt x="227" y="1491"/>
                    </a:moveTo>
                    <a:lnTo>
                      <a:pt x="0" y="1491"/>
                    </a:lnTo>
                    <a:lnTo>
                      <a:pt x="227" y="1491"/>
                    </a:lnTo>
                    <a:lnTo>
                      <a:pt x="227" y="1491"/>
                    </a:lnTo>
                    <a:moveTo>
                      <a:pt x="227" y="0"/>
                    </a:moveTo>
                    <a:lnTo>
                      <a:pt x="227" y="0"/>
                    </a:lnTo>
                    <a:lnTo>
                      <a:pt x="694" y="366"/>
                    </a:lnTo>
                    <a:lnTo>
                      <a:pt x="694" y="1491"/>
                    </a:lnTo>
                    <a:lnTo>
                      <a:pt x="917" y="1491"/>
                    </a:lnTo>
                    <a:lnTo>
                      <a:pt x="917" y="1491"/>
                    </a:lnTo>
                    <a:lnTo>
                      <a:pt x="694" y="1491"/>
                    </a:lnTo>
                    <a:lnTo>
                      <a:pt x="694" y="366"/>
                    </a:lnTo>
                    <a:lnTo>
                      <a:pt x="22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49" name="Freeform: Shape 27">
                <a:extLst>
                  <a:ext uri="{FF2B5EF4-FFF2-40B4-BE49-F238E27FC236}">
                    <a16:creationId xmlns:a16="http://schemas.microsoft.com/office/drawing/2014/main" id="{404E978C-A1B9-BCD3-D3C2-F03711BC9EFE}"/>
                  </a:ext>
                </a:extLst>
              </p:cNvPr>
              <p:cNvSpPr/>
              <p:nvPr/>
            </p:nvSpPr>
            <p:spPr bwMode="auto">
              <a:xfrm>
                <a:off x="3844" y="1950"/>
                <a:ext cx="467" cy="1491"/>
              </a:xfrm>
              <a:custGeom>
                <a:avLst/>
                <a:gdLst>
                  <a:gd name="T0" fmla="*/ 0 w 467"/>
                  <a:gd name="T1" fmla="*/ 0 h 1491"/>
                  <a:gd name="T2" fmla="*/ 0 w 467"/>
                  <a:gd name="T3" fmla="*/ 1491 h 1491"/>
                  <a:gd name="T4" fmla="*/ 0 w 467"/>
                  <a:gd name="T5" fmla="*/ 1491 h 1491"/>
                  <a:gd name="T6" fmla="*/ 231 w 467"/>
                  <a:gd name="T7" fmla="*/ 1491 h 1491"/>
                  <a:gd name="T8" fmla="*/ 467 w 467"/>
                  <a:gd name="T9" fmla="*/ 1491 h 1491"/>
                  <a:gd name="T10" fmla="*/ 467 w 467"/>
                  <a:gd name="T11" fmla="*/ 366 h 1491"/>
                  <a:gd name="T12" fmla="*/ 0 w 467"/>
                  <a:gd name="T13" fmla="*/ 0 h 14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1491">
                    <a:moveTo>
                      <a:pt x="0" y="0"/>
                    </a:moveTo>
                    <a:lnTo>
                      <a:pt x="0" y="1491"/>
                    </a:lnTo>
                    <a:lnTo>
                      <a:pt x="0" y="1491"/>
                    </a:lnTo>
                    <a:lnTo>
                      <a:pt x="231" y="1491"/>
                    </a:lnTo>
                    <a:lnTo>
                      <a:pt x="467" y="1491"/>
                    </a:lnTo>
                    <a:lnTo>
                      <a:pt x="467" y="36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50" name="Freeform: Shape 28">
                <a:extLst>
                  <a:ext uri="{FF2B5EF4-FFF2-40B4-BE49-F238E27FC236}">
                    <a16:creationId xmlns:a16="http://schemas.microsoft.com/office/drawing/2014/main" id="{DEAE6866-9EE4-7A93-51BE-2F8EB9F34451}"/>
                  </a:ext>
                </a:extLst>
              </p:cNvPr>
              <p:cNvSpPr/>
              <p:nvPr/>
            </p:nvSpPr>
            <p:spPr bwMode="auto">
              <a:xfrm>
                <a:off x="3844" y="1950"/>
                <a:ext cx="467" cy="1491"/>
              </a:xfrm>
              <a:custGeom>
                <a:avLst/>
                <a:gdLst>
                  <a:gd name="T0" fmla="*/ 0 w 467"/>
                  <a:gd name="T1" fmla="*/ 0 h 1491"/>
                  <a:gd name="T2" fmla="*/ 0 w 467"/>
                  <a:gd name="T3" fmla="*/ 1491 h 1491"/>
                  <a:gd name="T4" fmla="*/ 0 w 467"/>
                  <a:gd name="T5" fmla="*/ 1491 h 1491"/>
                  <a:gd name="T6" fmla="*/ 231 w 467"/>
                  <a:gd name="T7" fmla="*/ 1491 h 1491"/>
                  <a:gd name="T8" fmla="*/ 467 w 467"/>
                  <a:gd name="T9" fmla="*/ 1491 h 1491"/>
                  <a:gd name="T10" fmla="*/ 467 w 467"/>
                  <a:gd name="T11" fmla="*/ 366 h 1491"/>
                  <a:gd name="T12" fmla="*/ 0 w 467"/>
                  <a:gd name="T13" fmla="*/ 0 h 14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1491">
                    <a:moveTo>
                      <a:pt x="0" y="0"/>
                    </a:moveTo>
                    <a:lnTo>
                      <a:pt x="0" y="1491"/>
                    </a:lnTo>
                    <a:lnTo>
                      <a:pt x="0" y="1491"/>
                    </a:lnTo>
                    <a:lnTo>
                      <a:pt x="231" y="1491"/>
                    </a:lnTo>
                    <a:lnTo>
                      <a:pt x="467" y="1491"/>
                    </a:lnTo>
                    <a:lnTo>
                      <a:pt x="467" y="366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51" name="Freeform: Shape 29">
                <a:extLst>
                  <a:ext uri="{FF2B5EF4-FFF2-40B4-BE49-F238E27FC236}">
                    <a16:creationId xmlns:a16="http://schemas.microsoft.com/office/drawing/2014/main" id="{0200C4CA-7128-6D02-0A7A-B9256955E015}"/>
                  </a:ext>
                </a:extLst>
              </p:cNvPr>
              <p:cNvSpPr/>
              <p:nvPr/>
            </p:nvSpPr>
            <p:spPr bwMode="auto">
              <a:xfrm>
                <a:off x="3617" y="3441"/>
                <a:ext cx="917" cy="396"/>
              </a:xfrm>
              <a:custGeom>
                <a:avLst/>
                <a:gdLst>
                  <a:gd name="T0" fmla="*/ 917 w 917"/>
                  <a:gd name="T1" fmla="*/ 0 h 396"/>
                  <a:gd name="T2" fmla="*/ 694 w 917"/>
                  <a:gd name="T3" fmla="*/ 0 h 396"/>
                  <a:gd name="T4" fmla="*/ 458 w 917"/>
                  <a:gd name="T5" fmla="*/ 0 h 396"/>
                  <a:gd name="T6" fmla="*/ 227 w 917"/>
                  <a:gd name="T7" fmla="*/ 0 h 396"/>
                  <a:gd name="T8" fmla="*/ 0 w 917"/>
                  <a:gd name="T9" fmla="*/ 0 h 396"/>
                  <a:gd name="T10" fmla="*/ 458 w 917"/>
                  <a:gd name="T11" fmla="*/ 396 h 396"/>
                  <a:gd name="T12" fmla="*/ 917 w 917"/>
                  <a:gd name="T13" fmla="*/ 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7" h="396">
                    <a:moveTo>
                      <a:pt x="917" y="0"/>
                    </a:moveTo>
                    <a:lnTo>
                      <a:pt x="694" y="0"/>
                    </a:lnTo>
                    <a:lnTo>
                      <a:pt x="458" y="0"/>
                    </a:lnTo>
                    <a:lnTo>
                      <a:pt x="227" y="0"/>
                    </a:lnTo>
                    <a:lnTo>
                      <a:pt x="0" y="0"/>
                    </a:lnTo>
                    <a:lnTo>
                      <a:pt x="458" y="396"/>
                    </a:lnTo>
                    <a:lnTo>
                      <a:pt x="917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52" name="Freeform: Shape 30">
                <a:extLst>
                  <a:ext uri="{FF2B5EF4-FFF2-40B4-BE49-F238E27FC236}">
                    <a16:creationId xmlns:a16="http://schemas.microsoft.com/office/drawing/2014/main" id="{5156BBD4-885C-3D6B-0EC8-C5B4BEC2B6AF}"/>
                  </a:ext>
                </a:extLst>
              </p:cNvPr>
              <p:cNvSpPr/>
              <p:nvPr/>
            </p:nvSpPr>
            <p:spPr bwMode="auto">
              <a:xfrm>
                <a:off x="3378" y="1426"/>
                <a:ext cx="466" cy="1591"/>
              </a:xfrm>
              <a:custGeom>
                <a:avLst/>
                <a:gdLst>
                  <a:gd name="T0" fmla="*/ 466 w 466"/>
                  <a:gd name="T1" fmla="*/ 0 h 1591"/>
                  <a:gd name="T2" fmla="*/ 466 w 466"/>
                  <a:gd name="T3" fmla="*/ 1591 h 1591"/>
                  <a:gd name="T4" fmla="*/ 0 w 466"/>
                  <a:gd name="T5" fmla="*/ 1224 h 1591"/>
                  <a:gd name="T6" fmla="*/ 0 w 466"/>
                  <a:gd name="T7" fmla="*/ 0 h 1591"/>
                  <a:gd name="T8" fmla="*/ 466 w 466"/>
                  <a:gd name="T9" fmla="*/ 0 h 15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6" h="1591">
                    <a:moveTo>
                      <a:pt x="466" y="0"/>
                    </a:moveTo>
                    <a:lnTo>
                      <a:pt x="466" y="1591"/>
                    </a:lnTo>
                    <a:lnTo>
                      <a:pt x="0" y="1224"/>
                    </a:lnTo>
                    <a:lnTo>
                      <a:pt x="0" y="0"/>
                    </a:lnTo>
                    <a:lnTo>
                      <a:pt x="466" y="0"/>
                    </a:lnTo>
                    <a:close/>
                  </a:path>
                </a:pathLst>
              </a:custGeom>
              <a:solidFill>
                <a:srgbClr val="A6A5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53" name="Freeform: Shape 31">
                <a:extLst>
                  <a:ext uri="{FF2B5EF4-FFF2-40B4-BE49-F238E27FC236}">
                    <a16:creationId xmlns:a16="http://schemas.microsoft.com/office/drawing/2014/main" id="{7BDD72AA-DD19-A23F-D866-B410464E627F}"/>
                  </a:ext>
                </a:extLst>
              </p:cNvPr>
              <p:cNvSpPr/>
              <p:nvPr/>
            </p:nvSpPr>
            <p:spPr bwMode="auto">
              <a:xfrm>
                <a:off x="3378" y="1426"/>
                <a:ext cx="466" cy="1591"/>
              </a:xfrm>
              <a:custGeom>
                <a:avLst/>
                <a:gdLst>
                  <a:gd name="T0" fmla="*/ 466 w 466"/>
                  <a:gd name="T1" fmla="*/ 0 h 1591"/>
                  <a:gd name="T2" fmla="*/ 466 w 466"/>
                  <a:gd name="T3" fmla="*/ 1591 h 1591"/>
                  <a:gd name="T4" fmla="*/ 0 w 466"/>
                  <a:gd name="T5" fmla="*/ 1224 h 1591"/>
                  <a:gd name="T6" fmla="*/ 0 w 466"/>
                  <a:gd name="T7" fmla="*/ 0 h 1591"/>
                  <a:gd name="T8" fmla="*/ 466 w 466"/>
                  <a:gd name="T9" fmla="*/ 0 h 15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6" h="1591">
                    <a:moveTo>
                      <a:pt x="466" y="0"/>
                    </a:moveTo>
                    <a:lnTo>
                      <a:pt x="466" y="1591"/>
                    </a:lnTo>
                    <a:lnTo>
                      <a:pt x="0" y="1224"/>
                    </a:lnTo>
                    <a:lnTo>
                      <a:pt x="0" y="0"/>
                    </a:lnTo>
                    <a:lnTo>
                      <a:pt x="46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54" name="Freeform: Shape 32">
                <a:extLst>
                  <a:ext uri="{FF2B5EF4-FFF2-40B4-BE49-F238E27FC236}">
                    <a16:creationId xmlns:a16="http://schemas.microsoft.com/office/drawing/2014/main" id="{9D99492A-9830-CA42-53B3-9D48098AF813}"/>
                  </a:ext>
                </a:extLst>
              </p:cNvPr>
              <p:cNvSpPr/>
              <p:nvPr/>
            </p:nvSpPr>
            <p:spPr bwMode="auto">
              <a:xfrm>
                <a:off x="3151" y="1072"/>
                <a:ext cx="920" cy="396"/>
              </a:xfrm>
              <a:custGeom>
                <a:avLst/>
                <a:gdLst>
                  <a:gd name="T0" fmla="*/ 462 w 920"/>
                  <a:gd name="T1" fmla="*/ 0 h 396"/>
                  <a:gd name="T2" fmla="*/ 0 w 920"/>
                  <a:gd name="T3" fmla="*/ 396 h 396"/>
                  <a:gd name="T4" fmla="*/ 462 w 920"/>
                  <a:gd name="T5" fmla="*/ 396 h 396"/>
                  <a:gd name="T6" fmla="*/ 920 w 920"/>
                  <a:gd name="T7" fmla="*/ 396 h 396"/>
                  <a:gd name="T8" fmla="*/ 462 w 920"/>
                  <a:gd name="T9" fmla="*/ 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20" h="396">
                    <a:moveTo>
                      <a:pt x="462" y="0"/>
                    </a:moveTo>
                    <a:lnTo>
                      <a:pt x="0" y="396"/>
                    </a:lnTo>
                    <a:lnTo>
                      <a:pt x="462" y="396"/>
                    </a:lnTo>
                    <a:lnTo>
                      <a:pt x="920" y="396"/>
                    </a:lnTo>
                    <a:lnTo>
                      <a:pt x="462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DB1E37">
                      <a:shade val="30000"/>
                      <a:satMod val="115000"/>
                    </a:srgbClr>
                  </a:gs>
                  <a:gs pos="50000">
                    <a:srgbClr val="DB1E37">
                      <a:shade val="67500"/>
                      <a:satMod val="115000"/>
                    </a:srgbClr>
                  </a:gs>
                  <a:gs pos="100000">
                    <a:srgbClr val="DB1E37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55" name="Freeform: Shape 33">
                <a:extLst>
                  <a:ext uri="{FF2B5EF4-FFF2-40B4-BE49-F238E27FC236}">
                    <a16:creationId xmlns:a16="http://schemas.microsoft.com/office/drawing/2014/main" id="{E846DA98-BAF5-D528-C947-005B835059EF}"/>
                  </a:ext>
                </a:extLst>
              </p:cNvPr>
              <p:cNvSpPr/>
              <p:nvPr/>
            </p:nvSpPr>
            <p:spPr bwMode="auto">
              <a:xfrm>
                <a:off x="3151" y="1072"/>
                <a:ext cx="920" cy="396"/>
              </a:xfrm>
              <a:custGeom>
                <a:avLst/>
                <a:gdLst>
                  <a:gd name="T0" fmla="*/ 462 w 920"/>
                  <a:gd name="T1" fmla="*/ 0 h 396"/>
                  <a:gd name="T2" fmla="*/ 0 w 920"/>
                  <a:gd name="T3" fmla="*/ 396 h 396"/>
                  <a:gd name="T4" fmla="*/ 462 w 920"/>
                  <a:gd name="T5" fmla="*/ 396 h 396"/>
                  <a:gd name="T6" fmla="*/ 920 w 920"/>
                  <a:gd name="T7" fmla="*/ 396 h 396"/>
                  <a:gd name="T8" fmla="*/ 462 w 920"/>
                  <a:gd name="T9" fmla="*/ 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20" h="396">
                    <a:moveTo>
                      <a:pt x="462" y="0"/>
                    </a:moveTo>
                    <a:lnTo>
                      <a:pt x="0" y="396"/>
                    </a:lnTo>
                    <a:lnTo>
                      <a:pt x="462" y="396"/>
                    </a:lnTo>
                    <a:lnTo>
                      <a:pt x="920" y="396"/>
                    </a:lnTo>
                    <a:lnTo>
                      <a:pt x="46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56" name="Freeform: Shape 34">
                <a:extLst>
                  <a:ext uri="{FF2B5EF4-FFF2-40B4-BE49-F238E27FC236}">
                    <a16:creationId xmlns:a16="http://schemas.microsoft.com/office/drawing/2014/main" id="{FBCF96BD-A196-F0F5-0608-E5D4D46E9B9D}"/>
                  </a:ext>
                </a:extLst>
              </p:cNvPr>
              <p:cNvSpPr/>
              <p:nvPr/>
            </p:nvSpPr>
            <p:spPr bwMode="auto">
              <a:xfrm>
                <a:off x="3378" y="1468"/>
                <a:ext cx="466" cy="1549"/>
              </a:xfrm>
              <a:custGeom>
                <a:avLst/>
                <a:gdLst>
                  <a:gd name="T0" fmla="*/ 466 w 466"/>
                  <a:gd name="T1" fmla="*/ 0 h 1549"/>
                  <a:gd name="T2" fmla="*/ 235 w 466"/>
                  <a:gd name="T3" fmla="*/ 0 h 1549"/>
                  <a:gd name="T4" fmla="*/ 0 w 466"/>
                  <a:gd name="T5" fmla="*/ 0 h 1549"/>
                  <a:gd name="T6" fmla="*/ 0 w 466"/>
                  <a:gd name="T7" fmla="*/ 539 h 1549"/>
                  <a:gd name="T8" fmla="*/ 0 w 466"/>
                  <a:gd name="T9" fmla="*/ 539 h 1549"/>
                  <a:gd name="T10" fmla="*/ 0 w 466"/>
                  <a:gd name="T11" fmla="*/ 1182 h 1549"/>
                  <a:gd name="T12" fmla="*/ 466 w 466"/>
                  <a:gd name="T13" fmla="*/ 1549 h 1549"/>
                  <a:gd name="T14" fmla="*/ 466 w 466"/>
                  <a:gd name="T15" fmla="*/ 0 h 15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6" h="1549">
                    <a:moveTo>
                      <a:pt x="466" y="0"/>
                    </a:moveTo>
                    <a:lnTo>
                      <a:pt x="235" y="0"/>
                    </a:lnTo>
                    <a:lnTo>
                      <a:pt x="0" y="0"/>
                    </a:lnTo>
                    <a:lnTo>
                      <a:pt x="0" y="539"/>
                    </a:lnTo>
                    <a:lnTo>
                      <a:pt x="0" y="539"/>
                    </a:lnTo>
                    <a:lnTo>
                      <a:pt x="0" y="1182"/>
                    </a:lnTo>
                    <a:lnTo>
                      <a:pt x="466" y="1549"/>
                    </a:lnTo>
                    <a:lnTo>
                      <a:pt x="466" y="0"/>
                    </a:lnTo>
                    <a:close/>
                  </a:path>
                </a:pathLst>
              </a:custGeom>
              <a:gradFill flip="none" rotWithShape="1">
                <a:gsLst>
                  <a:gs pos="0">
                    <a:srgbClr val="DB1E37">
                      <a:shade val="30000"/>
                      <a:satMod val="115000"/>
                    </a:srgbClr>
                  </a:gs>
                  <a:gs pos="50000">
                    <a:srgbClr val="DB1E37">
                      <a:shade val="67500"/>
                      <a:satMod val="115000"/>
                    </a:srgbClr>
                  </a:gs>
                  <a:gs pos="100000">
                    <a:srgbClr val="DB1E37">
                      <a:shade val="100000"/>
                      <a:satMod val="115000"/>
                    </a:srgbClr>
                  </a:gs>
                </a:gsLst>
                <a:lin ang="2700000" scaled="1"/>
                <a:tileRect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57" name="Freeform: Shape 35">
                <a:extLst>
                  <a:ext uri="{FF2B5EF4-FFF2-40B4-BE49-F238E27FC236}">
                    <a16:creationId xmlns:a16="http://schemas.microsoft.com/office/drawing/2014/main" id="{1BDBBA84-7619-DD29-EBB7-E034DB55349A}"/>
                  </a:ext>
                </a:extLst>
              </p:cNvPr>
              <p:cNvSpPr/>
              <p:nvPr/>
            </p:nvSpPr>
            <p:spPr bwMode="auto">
              <a:xfrm>
                <a:off x="3378" y="1468"/>
                <a:ext cx="466" cy="1549"/>
              </a:xfrm>
              <a:custGeom>
                <a:avLst/>
                <a:gdLst>
                  <a:gd name="T0" fmla="*/ 466 w 466"/>
                  <a:gd name="T1" fmla="*/ 0 h 1549"/>
                  <a:gd name="T2" fmla="*/ 235 w 466"/>
                  <a:gd name="T3" fmla="*/ 0 h 1549"/>
                  <a:gd name="T4" fmla="*/ 0 w 466"/>
                  <a:gd name="T5" fmla="*/ 0 h 1549"/>
                  <a:gd name="T6" fmla="*/ 0 w 466"/>
                  <a:gd name="T7" fmla="*/ 539 h 1549"/>
                  <a:gd name="T8" fmla="*/ 0 w 466"/>
                  <a:gd name="T9" fmla="*/ 539 h 1549"/>
                  <a:gd name="T10" fmla="*/ 0 w 466"/>
                  <a:gd name="T11" fmla="*/ 1182 h 1549"/>
                  <a:gd name="T12" fmla="*/ 466 w 466"/>
                  <a:gd name="T13" fmla="*/ 1549 h 1549"/>
                  <a:gd name="T14" fmla="*/ 466 w 466"/>
                  <a:gd name="T15" fmla="*/ 0 h 15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66" h="1549">
                    <a:moveTo>
                      <a:pt x="466" y="0"/>
                    </a:moveTo>
                    <a:lnTo>
                      <a:pt x="235" y="0"/>
                    </a:lnTo>
                    <a:lnTo>
                      <a:pt x="0" y="0"/>
                    </a:lnTo>
                    <a:lnTo>
                      <a:pt x="0" y="539"/>
                    </a:lnTo>
                    <a:lnTo>
                      <a:pt x="0" y="539"/>
                    </a:lnTo>
                    <a:lnTo>
                      <a:pt x="0" y="1182"/>
                    </a:lnTo>
                    <a:lnTo>
                      <a:pt x="466" y="1549"/>
                    </a:lnTo>
                    <a:lnTo>
                      <a:pt x="46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58" name="Freeform: Shape 36">
                <a:extLst>
                  <a:ext uri="{FF2B5EF4-FFF2-40B4-BE49-F238E27FC236}">
                    <a16:creationId xmlns:a16="http://schemas.microsoft.com/office/drawing/2014/main" id="{90828758-85EB-A770-2797-3D81E6CA8AF6}"/>
                  </a:ext>
                </a:extLst>
              </p:cNvPr>
              <p:cNvSpPr/>
              <p:nvPr/>
            </p:nvSpPr>
            <p:spPr bwMode="auto">
              <a:xfrm>
                <a:off x="3151" y="1072"/>
                <a:ext cx="920" cy="396"/>
              </a:xfrm>
              <a:custGeom>
                <a:avLst/>
                <a:gdLst>
                  <a:gd name="T0" fmla="*/ 462 w 920"/>
                  <a:gd name="T1" fmla="*/ 0 h 396"/>
                  <a:gd name="T2" fmla="*/ 0 w 920"/>
                  <a:gd name="T3" fmla="*/ 396 h 396"/>
                  <a:gd name="T4" fmla="*/ 227 w 920"/>
                  <a:gd name="T5" fmla="*/ 396 h 396"/>
                  <a:gd name="T6" fmla="*/ 462 w 920"/>
                  <a:gd name="T7" fmla="*/ 396 h 396"/>
                  <a:gd name="T8" fmla="*/ 693 w 920"/>
                  <a:gd name="T9" fmla="*/ 396 h 396"/>
                  <a:gd name="T10" fmla="*/ 920 w 920"/>
                  <a:gd name="T11" fmla="*/ 396 h 396"/>
                  <a:gd name="T12" fmla="*/ 462 w 920"/>
                  <a:gd name="T13" fmla="*/ 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20" h="396">
                    <a:moveTo>
                      <a:pt x="462" y="0"/>
                    </a:moveTo>
                    <a:lnTo>
                      <a:pt x="0" y="396"/>
                    </a:lnTo>
                    <a:lnTo>
                      <a:pt x="227" y="396"/>
                    </a:lnTo>
                    <a:lnTo>
                      <a:pt x="462" y="396"/>
                    </a:lnTo>
                    <a:lnTo>
                      <a:pt x="693" y="396"/>
                    </a:lnTo>
                    <a:lnTo>
                      <a:pt x="920" y="396"/>
                    </a:lnTo>
                    <a:lnTo>
                      <a:pt x="46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59" name="Freeform: Shape 37">
                <a:extLst>
                  <a:ext uri="{FF2B5EF4-FFF2-40B4-BE49-F238E27FC236}">
                    <a16:creationId xmlns:a16="http://schemas.microsoft.com/office/drawing/2014/main" id="{9AE176E4-2A53-7E8D-1484-CA0073099B18}"/>
                  </a:ext>
                </a:extLst>
              </p:cNvPr>
              <p:cNvSpPr/>
              <p:nvPr/>
            </p:nvSpPr>
            <p:spPr bwMode="auto">
              <a:xfrm>
                <a:off x="2916" y="2007"/>
                <a:ext cx="462" cy="1768"/>
              </a:xfrm>
              <a:custGeom>
                <a:avLst/>
                <a:gdLst>
                  <a:gd name="T0" fmla="*/ 462 w 462"/>
                  <a:gd name="T1" fmla="*/ 1768 h 1768"/>
                  <a:gd name="T2" fmla="*/ 462 w 462"/>
                  <a:gd name="T3" fmla="*/ 0 h 1768"/>
                  <a:gd name="T4" fmla="*/ 0 w 462"/>
                  <a:gd name="T5" fmla="*/ 367 h 1768"/>
                  <a:gd name="T6" fmla="*/ 0 w 462"/>
                  <a:gd name="T7" fmla="*/ 1768 h 1768"/>
                  <a:gd name="T8" fmla="*/ 462 w 462"/>
                  <a:gd name="T9" fmla="*/ 1768 h 17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2" h="1768">
                    <a:moveTo>
                      <a:pt x="462" y="1768"/>
                    </a:moveTo>
                    <a:lnTo>
                      <a:pt x="462" y="0"/>
                    </a:lnTo>
                    <a:lnTo>
                      <a:pt x="0" y="367"/>
                    </a:lnTo>
                    <a:lnTo>
                      <a:pt x="0" y="1768"/>
                    </a:lnTo>
                    <a:lnTo>
                      <a:pt x="462" y="1768"/>
                    </a:lnTo>
                    <a:close/>
                  </a:path>
                </a:pathLst>
              </a:custGeom>
              <a:solidFill>
                <a:srgbClr val="A6A5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60" name="Freeform: Shape 38">
                <a:extLst>
                  <a:ext uri="{FF2B5EF4-FFF2-40B4-BE49-F238E27FC236}">
                    <a16:creationId xmlns:a16="http://schemas.microsoft.com/office/drawing/2014/main" id="{20F8EECE-6942-3D62-BBDB-9297606809AF}"/>
                  </a:ext>
                </a:extLst>
              </p:cNvPr>
              <p:cNvSpPr/>
              <p:nvPr/>
            </p:nvSpPr>
            <p:spPr bwMode="auto">
              <a:xfrm>
                <a:off x="2916" y="2007"/>
                <a:ext cx="462" cy="1768"/>
              </a:xfrm>
              <a:custGeom>
                <a:avLst/>
                <a:gdLst>
                  <a:gd name="T0" fmla="*/ 462 w 462"/>
                  <a:gd name="T1" fmla="*/ 1768 h 1768"/>
                  <a:gd name="T2" fmla="*/ 462 w 462"/>
                  <a:gd name="T3" fmla="*/ 0 h 1768"/>
                  <a:gd name="T4" fmla="*/ 0 w 462"/>
                  <a:gd name="T5" fmla="*/ 367 h 1768"/>
                  <a:gd name="T6" fmla="*/ 0 w 462"/>
                  <a:gd name="T7" fmla="*/ 1768 h 1768"/>
                  <a:gd name="T8" fmla="*/ 462 w 462"/>
                  <a:gd name="T9" fmla="*/ 1768 h 17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62" h="1768">
                    <a:moveTo>
                      <a:pt x="462" y="1768"/>
                    </a:moveTo>
                    <a:lnTo>
                      <a:pt x="462" y="0"/>
                    </a:lnTo>
                    <a:lnTo>
                      <a:pt x="0" y="367"/>
                    </a:lnTo>
                    <a:lnTo>
                      <a:pt x="0" y="1768"/>
                    </a:lnTo>
                    <a:lnTo>
                      <a:pt x="462" y="176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61" name="Freeform: Shape 39">
                <a:extLst>
                  <a:ext uri="{FF2B5EF4-FFF2-40B4-BE49-F238E27FC236}">
                    <a16:creationId xmlns:a16="http://schemas.microsoft.com/office/drawing/2014/main" id="{0451669F-613F-F79D-E999-8227F70F4A5E}"/>
                  </a:ext>
                </a:extLst>
              </p:cNvPr>
              <p:cNvSpPr/>
              <p:nvPr/>
            </p:nvSpPr>
            <p:spPr bwMode="auto">
              <a:xfrm>
                <a:off x="2689" y="3729"/>
                <a:ext cx="916" cy="396"/>
              </a:xfrm>
              <a:custGeom>
                <a:avLst/>
                <a:gdLst>
                  <a:gd name="T0" fmla="*/ 458 w 916"/>
                  <a:gd name="T1" fmla="*/ 396 h 396"/>
                  <a:gd name="T2" fmla="*/ 0 w 916"/>
                  <a:gd name="T3" fmla="*/ 0 h 396"/>
                  <a:gd name="T4" fmla="*/ 458 w 916"/>
                  <a:gd name="T5" fmla="*/ 0 h 396"/>
                  <a:gd name="T6" fmla="*/ 916 w 916"/>
                  <a:gd name="T7" fmla="*/ 0 h 396"/>
                  <a:gd name="T8" fmla="*/ 458 w 916"/>
                  <a:gd name="T9" fmla="*/ 396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6" h="396">
                    <a:moveTo>
                      <a:pt x="458" y="396"/>
                    </a:moveTo>
                    <a:lnTo>
                      <a:pt x="0" y="0"/>
                    </a:lnTo>
                    <a:lnTo>
                      <a:pt x="458" y="0"/>
                    </a:lnTo>
                    <a:lnTo>
                      <a:pt x="916" y="0"/>
                    </a:lnTo>
                    <a:lnTo>
                      <a:pt x="458" y="396"/>
                    </a:lnTo>
                    <a:close/>
                  </a:path>
                </a:pathLst>
              </a:custGeom>
              <a:solidFill>
                <a:srgbClr val="A6A5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62" name="Freeform: Shape 40">
                <a:extLst>
                  <a:ext uri="{FF2B5EF4-FFF2-40B4-BE49-F238E27FC236}">
                    <a16:creationId xmlns:a16="http://schemas.microsoft.com/office/drawing/2014/main" id="{0C4AC9E9-BD91-5E6C-14A0-EABF937F7B88}"/>
                  </a:ext>
                </a:extLst>
              </p:cNvPr>
              <p:cNvSpPr/>
              <p:nvPr/>
            </p:nvSpPr>
            <p:spPr bwMode="auto">
              <a:xfrm>
                <a:off x="2689" y="3729"/>
                <a:ext cx="916" cy="396"/>
              </a:xfrm>
              <a:custGeom>
                <a:avLst/>
                <a:gdLst>
                  <a:gd name="T0" fmla="*/ 458 w 916"/>
                  <a:gd name="T1" fmla="*/ 396 h 396"/>
                  <a:gd name="T2" fmla="*/ 0 w 916"/>
                  <a:gd name="T3" fmla="*/ 0 h 396"/>
                  <a:gd name="T4" fmla="*/ 458 w 916"/>
                  <a:gd name="T5" fmla="*/ 0 h 396"/>
                  <a:gd name="T6" fmla="*/ 916 w 916"/>
                  <a:gd name="T7" fmla="*/ 0 h 396"/>
                  <a:gd name="T8" fmla="*/ 458 w 916"/>
                  <a:gd name="T9" fmla="*/ 396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6" h="396">
                    <a:moveTo>
                      <a:pt x="458" y="396"/>
                    </a:moveTo>
                    <a:lnTo>
                      <a:pt x="0" y="0"/>
                    </a:lnTo>
                    <a:lnTo>
                      <a:pt x="458" y="0"/>
                    </a:lnTo>
                    <a:lnTo>
                      <a:pt x="916" y="0"/>
                    </a:lnTo>
                    <a:lnTo>
                      <a:pt x="458" y="396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63" name="Freeform: Shape 41">
                <a:extLst>
                  <a:ext uri="{FF2B5EF4-FFF2-40B4-BE49-F238E27FC236}">
                    <a16:creationId xmlns:a16="http://schemas.microsoft.com/office/drawing/2014/main" id="{3DC7042B-292D-106C-9475-544A709FE8D5}"/>
                  </a:ext>
                </a:extLst>
              </p:cNvPr>
              <p:cNvSpPr/>
              <p:nvPr/>
            </p:nvSpPr>
            <p:spPr bwMode="auto">
              <a:xfrm>
                <a:off x="3147" y="3729"/>
                <a:ext cx="458" cy="396"/>
              </a:xfrm>
              <a:custGeom>
                <a:avLst/>
                <a:gdLst>
                  <a:gd name="T0" fmla="*/ 458 w 458"/>
                  <a:gd name="T1" fmla="*/ 0 h 396"/>
                  <a:gd name="T2" fmla="*/ 0 w 458"/>
                  <a:gd name="T3" fmla="*/ 396 h 396"/>
                  <a:gd name="T4" fmla="*/ 396 w 458"/>
                  <a:gd name="T5" fmla="*/ 58 h 396"/>
                  <a:gd name="T6" fmla="*/ 458 w 458"/>
                  <a:gd name="T7" fmla="*/ 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58" h="396">
                    <a:moveTo>
                      <a:pt x="458" y="0"/>
                    </a:moveTo>
                    <a:lnTo>
                      <a:pt x="0" y="396"/>
                    </a:lnTo>
                    <a:lnTo>
                      <a:pt x="396" y="58"/>
                    </a:lnTo>
                    <a:lnTo>
                      <a:pt x="458" y="0"/>
                    </a:lnTo>
                    <a:close/>
                  </a:path>
                </a:pathLst>
              </a:custGeom>
              <a:solidFill>
                <a:srgbClr val="A6A5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64" name="Freeform: Shape 42">
                <a:extLst>
                  <a:ext uri="{FF2B5EF4-FFF2-40B4-BE49-F238E27FC236}">
                    <a16:creationId xmlns:a16="http://schemas.microsoft.com/office/drawing/2014/main" id="{DB6C4FDE-4FED-EA46-A767-9D03509E9837}"/>
                  </a:ext>
                </a:extLst>
              </p:cNvPr>
              <p:cNvSpPr/>
              <p:nvPr/>
            </p:nvSpPr>
            <p:spPr bwMode="auto">
              <a:xfrm>
                <a:off x="3147" y="3729"/>
                <a:ext cx="458" cy="396"/>
              </a:xfrm>
              <a:custGeom>
                <a:avLst/>
                <a:gdLst>
                  <a:gd name="T0" fmla="*/ 458 w 458"/>
                  <a:gd name="T1" fmla="*/ 0 h 396"/>
                  <a:gd name="T2" fmla="*/ 0 w 458"/>
                  <a:gd name="T3" fmla="*/ 396 h 396"/>
                  <a:gd name="T4" fmla="*/ 396 w 458"/>
                  <a:gd name="T5" fmla="*/ 58 h 396"/>
                  <a:gd name="T6" fmla="*/ 458 w 458"/>
                  <a:gd name="T7" fmla="*/ 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58" h="396">
                    <a:moveTo>
                      <a:pt x="458" y="0"/>
                    </a:moveTo>
                    <a:lnTo>
                      <a:pt x="0" y="396"/>
                    </a:lnTo>
                    <a:lnTo>
                      <a:pt x="396" y="58"/>
                    </a:lnTo>
                    <a:lnTo>
                      <a:pt x="458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65" name="Freeform: Shape 43">
                <a:extLst>
                  <a:ext uri="{FF2B5EF4-FFF2-40B4-BE49-F238E27FC236}">
                    <a16:creationId xmlns:a16="http://schemas.microsoft.com/office/drawing/2014/main" id="{BCBFAF61-12D1-1B46-036B-42160DABA659}"/>
                  </a:ext>
                </a:extLst>
              </p:cNvPr>
              <p:cNvSpPr/>
              <p:nvPr/>
            </p:nvSpPr>
            <p:spPr bwMode="auto">
              <a:xfrm>
                <a:off x="2916" y="2007"/>
                <a:ext cx="462" cy="1722"/>
              </a:xfrm>
              <a:custGeom>
                <a:avLst/>
                <a:gdLst>
                  <a:gd name="T0" fmla="*/ 462 w 462"/>
                  <a:gd name="T1" fmla="*/ 0 h 1722"/>
                  <a:gd name="T2" fmla="*/ 0 w 462"/>
                  <a:gd name="T3" fmla="*/ 367 h 1722"/>
                  <a:gd name="T4" fmla="*/ 0 w 462"/>
                  <a:gd name="T5" fmla="*/ 1722 h 1722"/>
                  <a:gd name="T6" fmla="*/ 231 w 462"/>
                  <a:gd name="T7" fmla="*/ 1722 h 1722"/>
                  <a:gd name="T8" fmla="*/ 462 w 462"/>
                  <a:gd name="T9" fmla="*/ 1722 h 1722"/>
                  <a:gd name="T10" fmla="*/ 462 w 462"/>
                  <a:gd name="T11" fmla="*/ 0 h 17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2" h="1722">
                    <a:moveTo>
                      <a:pt x="462" y="0"/>
                    </a:moveTo>
                    <a:lnTo>
                      <a:pt x="0" y="367"/>
                    </a:lnTo>
                    <a:lnTo>
                      <a:pt x="0" y="1722"/>
                    </a:lnTo>
                    <a:lnTo>
                      <a:pt x="231" y="1722"/>
                    </a:lnTo>
                    <a:lnTo>
                      <a:pt x="462" y="1722"/>
                    </a:lnTo>
                    <a:lnTo>
                      <a:pt x="462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66" name="Freeform: Shape 44">
                <a:extLst>
                  <a:ext uri="{FF2B5EF4-FFF2-40B4-BE49-F238E27FC236}">
                    <a16:creationId xmlns:a16="http://schemas.microsoft.com/office/drawing/2014/main" id="{88AB135F-0980-1327-B723-45B6BBB1862C}"/>
                  </a:ext>
                </a:extLst>
              </p:cNvPr>
              <p:cNvSpPr/>
              <p:nvPr/>
            </p:nvSpPr>
            <p:spPr bwMode="auto">
              <a:xfrm>
                <a:off x="2916" y="2007"/>
                <a:ext cx="462" cy="1722"/>
              </a:xfrm>
              <a:custGeom>
                <a:avLst/>
                <a:gdLst>
                  <a:gd name="T0" fmla="*/ 462 w 462"/>
                  <a:gd name="T1" fmla="*/ 0 h 1722"/>
                  <a:gd name="T2" fmla="*/ 0 w 462"/>
                  <a:gd name="T3" fmla="*/ 367 h 1722"/>
                  <a:gd name="T4" fmla="*/ 0 w 462"/>
                  <a:gd name="T5" fmla="*/ 1722 h 1722"/>
                  <a:gd name="T6" fmla="*/ 231 w 462"/>
                  <a:gd name="T7" fmla="*/ 1722 h 1722"/>
                  <a:gd name="T8" fmla="*/ 462 w 462"/>
                  <a:gd name="T9" fmla="*/ 1722 h 1722"/>
                  <a:gd name="T10" fmla="*/ 462 w 462"/>
                  <a:gd name="T11" fmla="*/ 0 h 17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62" h="1722">
                    <a:moveTo>
                      <a:pt x="462" y="0"/>
                    </a:moveTo>
                    <a:lnTo>
                      <a:pt x="0" y="367"/>
                    </a:lnTo>
                    <a:lnTo>
                      <a:pt x="0" y="1722"/>
                    </a:lnTo>
                    <a:lnTo>
                      <a:pt x="231" y="1722"/>
                    </a:lnTo>
                    <a:lnTo>
                      <a:pt x="462" y="1722"/>
                    </a:lnTo>
                    <a:lnTo>
                      <a:pt x="462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67" name="Freeform: Shape 45">
                <a:extLst>
                  <a:ext uri="{FF2B5EF4-FFF2-40B4-BE49-F238E27FC236}">
                    <a16:creationId xmlns:a16="http://schemas.microsoft.com/office/drawing/2014/main" id="{A223166B-57AB-C4CF-532D-4EBE59A72629}"/>
                  </a:ext>
                </a:extLst>
              </p:cNvPr>
              <p:cNvSpPr/>
              <p:nvPr/>
            </p:nvSpPr>
            <p:spPr bwMode="auto">
              <a:xfrm>
                <a:off x="2689" y="3729"/>
                <a:ext cx="916" cy="396"/>
              </a:xfrm>
              <a:custGeom>
                <a:avLst/>
                <a:gdLst>
                  <a:gd name="T0" fmla="*/ 916 w 916"/>
                  <a:gd name="T1" fmla="*/ 0 h 396"/>
                  <a:gd name="T2" fmla="*/ 689 w 916"/>
                  <a:gd name="T3" fmla="*/ 0 h 396"/>
                  <a:gd name="T4" fmla="*/ 458 w 916"/>
                  <a:gd name="T5" fmla="*/ 0 h 396"/>
                  <a:gd name="T6" fmla="*/ 227 w 916"/>
                  <a:gd name="T7" fmla="*/ 0 h 396"/>
                  <a:gd name="T8" fmla="*/ 0 w 916"/>
                  <a:gd name="T9" fmla="*/ 0 h 396"/>
                  <a:gd name="T10" fmla="*/ 458 w 916"/>
                  <a:gd name="T11" fmla="*/ 396 h 396"/>
                  <a:gd name="T12" fmla="*/ 916 w 916"/>
                  <a:gd name="T13" fmla="*/ 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6" h="396">
                    <a:moveTo>
                      <a:pt x="916" y="0"/>
                    </a:moveTo>
                    <a:lnTo>
                      <a:pt x="689" y="0"/>
                    </a:lnTo>
                    <a:lnTo>
                      <a:pt x="458" y="0"/>
                    </a:lnTo>
                    <a:lnTo>
                      <a:pt x="227" y="0"/>
                    </a:lnTo>
                    <a:lnTo>
                      <a:pt x="0" y="0"/>
                    </a:lnTo>
                    <a:lnTo>
                      <a:pt x="458" y="396"/>
                    </a:lnTo>
                    <a:lnTo>
                      <a:pt x="916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  <p:sp>
            <p:nvSpPr>
              <p:cNvPr id="68" name="Freeform: Shape 46">
                <a:extLst>
                  <a:ext uri="{FF2B5EF4-FFF2-40B4-BE49-F238E27FC236}">
                    <a16:creationId xmlns:a16="http://schemas.microsoft.com/office/drawing/2014/main" id="{45A726BE-E574-9175-1830-17F803965693}"/>
                  </a:ext>
                </a:extLst>
              </p:cNvPr>
              <p:cNvSpPr/>
              <p:nvPr/>
            </p:nvSpPr>
            <p:spPr bwMode="auto">
              <a:xfrm>
                <a:off x="2689" y="3729"/>
                <a:ext cx="916" cy="396"/>
              </a:xfrm>
              <a:custGeom>
                <a:avLst/>
                <a:gdLst>
                  <a:gd name="T0" fmla="*/ 916 w 916"/>
                  <a:gd name="T1" fmla="*/ 0 h 396"/>
                  <a:gd name="T2" fmla="*/ 689 w 916"/>
                  <a:gd name="T3" fmla="*/ 0 h 396"/>
                  <a:gd name="T4" fmla="*/ 458 w 916"/>
                  <a:gd name="T5" fmla="*/ 0 h 396"/>
                  <a:gd name="T6" fmla="*/ 227 w 916"/>
                  <a:gd name="T7" fmla="*/ 0 h 396"/>
                  <a:gd name="T8" fmla="*/ 0 w 916"/>
                  <a:gd name="T9" fmla="*/ 0 h 396"/>
                  <a:gd name="T10" fmla="*/ 458 w 916"/>
                  <a:gd name="T11" fmla="*/ 396 h 396"/>
                  <a:gd name="T12" fmla="*/ 916 w 916"/>
                  <a:gd name="T13" fmla="*/ 0 h 3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16" h="396">
                    <a:moveTo>
                      <a:pt x="916" y="0"/>
                    </a:moveTo>
                    <a:lnTo>
                      <a:pt x="689" y="0"/>
                    </a:lnTo>
                    <a:lnTo>
                      <a:pt x="458" y="0"/>
                    </a:lnTo>
                    <a:lnTo>
                      <a:pt x="227" y="0"/>
                    </a:lnTo>
                    <a:lnTo>
                      <a:pt x="0" y="0"/>
                    </a:lnTo>
                    <a:lnTo>
                      <a:pt x="458" y="396"/>
                    </a:lnTo>
                    <a:lnTo>
                      <a:pt x="91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dirty="0">
                  <a:cs typeface="+mn-ea"/>
                  <a:sym typeface="+mn-lt"/>
                </a:endParaRPr>
              </a:p>
            </p:txBody>
          </p:sp>
        </p:grp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8603AE6F-9B28-210C-3939-27C6CF1302CD}"/>
                </a:ext>
              </a:extLst>
            </p:cNvPr>
            <p:cNvSpPr/>
            <p:nvPr/>
          </p:nvSpPr>
          <p:spPr>
            <a:xfrm>
              <a:off x="4173814" y="2672962"/>
              <a:ext cx="2241974" cy="39658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bg1"/>
                  </a:solidFill>
                  <a:cs typeface="+mn-ea"/>
                  <a:sym typeface="+mn-lt"/>
                </a:rPr>
                <a:t>S é c u r </a:t>
              </a:r>
              <a:r>
                <a:rPr lang="en-US" altLang="zh-CN" b="1" dirty="0" err="1">
                  <a:solidFill>
                    <a:schemeClr val="bg1"/>
                  </a:solidFill>
                  <a:cs typeface="+mn-ea"/>
                  <a:sym typeface="+mn-lt"/>
                </a:rPr>
                <a:t>i</a:t>
              </a:r>
              <a:r>
                <a:rPr lang="en-US" altLang="zh-CN" b="1" dirty="0">
                  <a:solidFill>
                    <a:schemeClr val="bg1"/>
                  </a:solidFill>
                  <a:cs typeface="+mn-ea"/>
                  <a:sym typeface="+mn-lt"/>
                </a:rPr>
                <a:t> t é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DC48EBF8-AB9D-C7E7-2C60-DDEB118F7DDD}"/>
                </a:ext>
              </a:extLst>
            </p:cNvPr>
            <p:cNvSpPr/>
            <p:nvPr/>
          </p:nvSpPr>
          <p:spPr>
            <a:xfrm>
              <a:off x="4089667" y="3860147"/>
              <a:ext cx="2656385" cy="39658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bg1"/>
                  </a:solidFill>
                  <a:cs typeface="+mn-ea"/>
                  <a:sym typeface="+mn-lt"/>
                </a:rPr>
                <a:t>A c </a:t>
              </a:r>
              <a:r>
                <a:rPr lang="en-US" altLang="zh-CN" b="1" dirty="0" err="1">
                  <a:solidFill>
                    <a:schemeClr val="bg1"/>
                  </a:solidFill>
                  <a:cs typeface="+mn-ea"/>
                  <a:sym typeface="+mn-lt"/>
                </a:rPr>
                <a:t>c</a:t>
              </a:r>
              <a:r>
                <a:rPr lang="en-US" altLang="zh-CN" b="1" dirty="0">
                  <a:solidFill>
                    <a:schemeClr val="bg1"/>
                  </a:solidFill>
                  <a:cs typeface="+mn-ea"/>
                  <a:sym typeface="+mn-lt"/>
                </a:rPr>
                <a:t> e s </a:t>
              </a:r>
              <a:r>
                <a:rPr lang="en-US" altLang="zh-CN" b="1" dirty="0" err="1">
                  <a:solidFill>
                    <a:schemeClr val="bg1"/>
                  </a:solidFill>
                  <a:cs typeface="+mn-ea"/>
                  <a:sym typeface="+mn-lt"/>
                </a:rPr>
                <a:t>s</a:t>
              </a:r>
              <a:r>
                <a:rPr lang="en-US" altLang="zh-CN" b="1" dirty="0">
                  <a:solidFill>
                    <a:schemeClr val="bg1"/>
                  </a:solidFill>
                  <a:cs typeface="+mn-ea"/>
                  <a:sym typeface="+mn-lt"/>
                </a:rPr>
                <a:t> </a:t>
              </a:r>
              <a:r>
                <a:rPr lang="en-US" altLang="zh-CN" b="1" dirty="0" err="1">
                  <a:solidFill>
                    <a:schemeClr val="bg1"/>
                  </a:solidFill>
                  <a:cs typeface="+mn-ea"/>
                  <a:sym typeface="+mn-lt"/>
                </a:rPr>
                <a:t>i</a:t>
              </a:r>
              <a:r>
                <a:rPr lang="en-US" altLang="zh-CN" b="1" dirty="0">
                  <a:solidFill>
                    <a:schemeClr val="bg1"/>
                  </a:solidFill>
                  <a:cs typeface="+mn-ea"/>
                  <a:sym typeface="+mn-lt"/>
                </a:rPr>
                <a:t> b </a:t>
              </a:r>
              <a:r>
                <a:rPr lang="en-US" altLang="zh-CN" b="1" dirty="0" err="1">
                  <a:solidFill>
                    <a:schemeClr val="bg1"/>
                  </a:solidFill>
                  <a:cs typeface="+mn-ea"/>
                  <a:sym typeface="+mn-lt"/>
                </a:rPr>
                <a:t>i</a:t>
              </a:r>
              <a:r>
                <a:rPr lang="en-US" altLang="zh-CN" b="1" dirty="0">
                  <a:solidFill>
                    <a:schemeClr val="bg1"/>
                  </a:solidFill>
                  <a:cs typeface="+mn-ea"/>
                  <a:sym typeface="+mn-lt"/>
                </a:rPr>
                <a:t> l </a:t>
              </a:r>
              <a:r>
                <a:rPr lang="en-US" altLang="zh-CN" b="1" dirty="0" err="1">
                  <a:solidFill>
                    <a:schemeClr val="bg1"/>
                  </a:solidFill>
                  <a:cs typeface="+mn-ea"/>
                  <a:sym typeface="+mn-lt"/>
                </a:rPr>
                <a:t>i</a:t>
              </a:r>
              <a:r>
                <a:rPr lang="en-US" altLang="zh-CN" b="1" dirty="0">
                  <a:solidFill>
                    <a:schemeClr val="bg1"/>
                  </a:solidFill>
                  <a:cs typeface="+mn-ea"/>
                  <a:sym typeface="+mn-lt"/>
                </a:rPr>
                <a:t> t é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7B06C30C-4A41-63EA-1F79-E1B4D464A23C}"/>
                </a:ext>
              </a:extLst>
            </p:cNvPr>
            <p:cNvSpPr/>
            <p:nvPr/>
          </p:nvSpPr>
          <p:spPr>
            <a:xfrm>
              <a:off x="5417859" y="4493104"/>
              <a:ext cx="2930361" cy="396583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bg1"/>
                  </a:solidFill>
                  <a:cs typeface="+mn-ea"/>
                  <a:sym typeface="+mn-lt"/>
                </a:rPr>
                <a:t>E r g o n o m </a:t>
              </a:r>
              <a:r>
                <a:rPr lang="en-US" altLang="zh-CN" b="1" dirty="0" err="1">
                  <a:solidFill>
                    <a:schemeClr val="bg1"/>
                  </a:solidFill>
                  <a:cs typeface="+mn-ea"/>
                  <a:sym typeface="+mn-lt"/>
                </a:rPr>
                <a:t>i</a:t>
              </a:r>
              <a:r>
                <a:rPr lang="en-US" altLang="zh-CN" b="1" dirty="0">
                  <a:solidFill>
                    <a:schemeClr val="bg1"/>
                  </a:solidFill>
                  <a:cs typeface="+mn-ea"/>
                  <a:sym typeface="+mn-lt"/>
                </a:rPr>
                <a:t> e (UX)</a:t>
              </a:r>
              <a:endParaRPr lang="zh-CN" altLang="en-US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88" name="矩形 87">
            <a:extLst>
              <a:ext uri="{FF2B5EF4-FFF2-40B4-BE49-F238E27FC236}">
                <a16:creationId xmlns:a16="http://schemas.microsoft.com/office/drawing/2014/main" id="{C00F1059-DEEA-A638-69AD-F83C0E7972E2}"/>
              </a:ext>
            </a:extLst>
          </p:cNvPr>
          <p:cNvSpPr/>
          <p:nvPr/>
        </p:nvSpPr>
        <p:spPr>
          <a:xfrm>
            <a:off x="8888282" y="4339060"/>
            <a:ext cx="3303718" cy="957826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fr-FR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L’UX de </a:t>
            </a:r>
            <a:r>
              <a:rPr lang="fr-FR" sz="1600" b="1" i="0" dirty="0" err="1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RedBoost</a:t>
            </a:r>
            <a:r>
              <a:rPr lang="fr-FR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 a été conçue pour être</a:t>
            </a:r>
            <a:r>
              <a:rPr lang="fr-FR" sz="1600" b="1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 adaptée</a:t>
            </a:r>
            <a:r>
              <a:rPr lang="fr-FR" sz="1600" b="0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 à tous les profils d’utilisateurs </a:t>
            </a:r>
            <a:endParaRPr lang="zh-CN" altLang="en-US" sz="1600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F88EEE4E-4FCF-A2D4-9E7C-B14CD719D63B}"/>
              </a:ext>
            </a:extLst>
          </p:cNvPr>
          <p:cNvSpPr/>
          <p:nvPr/>
        </p:nvSpPr>
        <p:spPr>
          <a:xfrm>
            <a:off x="151956" y="2328136"/>
            <a:ext cx="3421829" cy="1066061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fr-FR" dirty="0">
                <a:solidFill>
                  <a:srgbClr val="1F1F1F"/>
                </a:solidFill>
                <a:latin typeface="Google Sans"/>
              </a:rPr>
              <a:t>M</a:t>
            </a:r>
            <a:r>
              <a:rPr lang="fr-FR" b="0" i="0" dirty="0">
                <a:solidFill>
                  <a:srgbClr val="1F1F1F"/>
                </a:solidFill>
                <a:effectLst/>
                <a:latin typeface="Google Sans"/>
              </a:rPr>
              <a:t>is en place un système de sécurité avec Spring Security, en utilisant le JWT</a:t>
            </a:r>
            <a:endParaRPr lang="zh-CN" altLang="en-US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BC3705B9-6E8E-55FB-2167-4CC397A02E23}"/>
              </a:ext>
            </a:extLst>
          </p:cNvPr>
          <p:cNvSpPr/>
          <p:nvPr/>
        </p:nvSpPr>
        <p:spPr>
          <a:xfrm>
            <a:off x="-74568" y="4126273"/>
            <a:ext cx="4038331" cy="733662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fr-FR" b="0" i="0" dirty="0" err="1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RedBoost</a:t>
            </a:r>
            <a:r>
              <a:rPr lang="fr-FR" b="0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 est conçue pour être </a:t>
            </a:r>
            <a:r>
              <a:rPr lang="fr-FR" b="1" i="0" dirty="0">
                <a:solidFill>
                  <a:schemeClr val="accent1">
                    <a:lumMod val="50000"/>
                  </a:schemeClr>
                </a:solidFill>
                <a:effectLst/>
                <a:latin typeface="DeepSeek-CJK-patch"/>
              </a:rPr>
              <a:t>universellement accessible</a:t>
            </a:r>
            <a:endParaRPr lang="zh-CN" altLang="en-US" dirty="0">
              <a:solidFill>
                <a:schemeClr val="accent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ACCD83B1-234C-5A6E-295F-C84F77C6DB02}"/>
              </a:ext>
            </a:extLst>
          </p:cNvPr>
          <p:cNvSpPr txBox="1"/>
          <p:nvPr/>
        </p:nvSpPr>
        <p:spPr>
          <a:xfrm>
            <a:off x="1590354" y="61885"/>
            <a:ext cx="6535764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cs typeface="+mn-ea"/>
                <a:sym typeface="+mn-lt"/>
              </a:rPr>
              <a:t>LES BESOINS NON FONCTIONNELS</a:t>
            </a:r>
            <a:endParaRPr lang="zh-CN" altLang="en-US" sz="2800" b="1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72" name="任意多边形 47">
            <a:extLst>
              <a:ext uri="{FF2B5EF4-FFF2-40B4-BE49-F238E27FC236}">
                <a16:creationId xmlns:a16="http://schemas.microsoft.com/office/drawing/2014/main" id="{2D9AFF99-CA3C-ADAD-4DCC-4FF61D09FB93}"/>
              </a:ext>
            </a:extLst>
          </p:cNvPr>
          <p:cNvSpPr/>
          <p:nvPr/>
        </p:nvSpPr>
        <p:spPr>
          <a:xfrm rot="18900000" flipV="1">
            <a:off x="99493" y="160716"/>
            <a:ext cx="1257992" cy="771874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rgbClr val="C00000">
              <a:alpha val="9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3" name="任意多边形 48">
            <a:extLst>
              <a:ext uri="{FF2B5EF4-FFF2-40B4-BE49-F238E27FC236}">
                <a16:creationId xmlns:a16="http://schemas.microsoft.com/office/drawing/2014/main" id="{E95457DD-2962-27F0-9763-7BA9012156D7}"/>
              </a:ext>
            </a:extLst>
          </p:cNvPr>
          <p:cNvSpPr/>
          <p:nvPr/>
        </p:nvSpPr>
        <p:spPr>
          <a:xfrm rot="18900000" flipV="1">
            <a:off x="-102618" y="95709"/>
            <a:ext cx="926781" cy="721545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rgbClr val="0A4955">
              <a:alpha val="90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83">
            <a:extLst>
              <a:ext uri="{FF2B5EF4-FFF2-40B4-BE49-F238E27FC236}">
                <a16:creationId xmlns:a16="http://schemas.microsoft.com/office/drawing/2014/main" id="{92368BE0-6D5E-C5AA-BE2F-8267E7B8C0AE}"/>
              </a:ext>
            </a:extLst>
          </p:cNvPr>
          <p:cNvSpPr/>
          <p:nvPr/>
        </p:nvSpPr>
        <p:spPr>
          <a:xfrm>
            <a:off x="5575537" y="3302390"/>
            <a:ext cx="2241974" cy="396583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20000"/>
              </a:lnSpc>
            </a:pPr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C o n f o r m </a:t>
            </a:r>
            <a:r>
              <a:rPr lang="en-US" altLang="zh-CN" b="1" dirty="0" err="1">
                <a:solidFill>
                  <a:schemeClr val="bg1"/>
                </a:solidFill>
                <a:cs typeface="+mn-ea"/>
                <a:sym typeface="+mn-lt"/>
              </a:rPr>
              <a:t>i</a:t>
            </a:r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 t é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A938CCD-F60B-B4D3-FAED-1A91AC35E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4166" y="215472"/>
            <a:ext cx="1702245" cy="662361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2377E7D8-8410-5499-F63C-81100F8DE3DA}"/>
              </a:ext>
            </a:extLst>
          </p:cNvPr>
          <p:cNvCxnSpPr>
            <a:cxnSpLocks/>
          </p:cNvCxnSpPr>
          <p:nvPr/>
        </p:nvCxnSpPr>
        <p:spPr>
          <a:xfrm>
            <a:off x="943544" y="3844815"/>
            <a:ext cx="16610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B2A7FA8C-ACC2-B862-FF94-67575AF16328}"/>
              </a:ext>
            </a:extLst>
          </p:cNvPr>
          <p:cNvCxnSpPr>
            <a:cxnSpLocks/>
          </p:cNvCxnSpPr>
          <p:nvPr/>
        </p:nvCxnSpPr>
        <p:spPr>
          <a:xfrm>
            <a:off x="9423632" y="3976895"/>
            <a:ext cx="16610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任意多边形 16">
            <a:extLst>
              <a:ext uri="{FF2B5EF4-FFF2-40B4-BE49-F238E27FC236}">
                <a16:creationId xmlns:a16="http://schemas.microsoft.com/office/drawing/2014/main" id="{C95D9C32-F806-C2BB-E4E5-78F3D5B5EABF}"/>
              </a:ext>
            </a:extLst>
          </p:cNvPr>
          <p:cNvSpPr/>
          <p:nvPr/>
        </p:nvSpPr>
        <p:spPr>
          <a:xfrm rot="2700000">
            <a:off x="7774366" y="1313580"/>
            <a:ext cx="969734" cy="974578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9" name="任意多边形 16">
            <a:extLst>
              <a:ext uri="{FF2B5EF4-FFF2-40B4-BE49-F238E27FC236}">
                <a16:creationId xmlns:a16="http://schemas.microsoft.com/office/drawing/2014/main" id="{19860BCA-689D-A9A9-D9AF-AA708EF9A5DC}"/>
              </a:ext>
            </a:extLst>
          </p:cNvPr>
          <p:cNvSpPr/>
          <p:nvPr/>
        </p:nvSpPr>
        <p:spPr>
          <a:xfrm rot="2700000">
            <a:off x="3182440" y="5487793"/>
            <a:ext cx="820083" cy="82417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0" name="任意多边形 41">
            <a:extLst>
              <a:ext uri="{FF2B5EF4-FFF2-40B4-BE49-F238E27FC236}">
                <a16:creationId xmlns:a16="http://schemas.microsoft.com/office/drawing/2014/main" id="{3C537E6F-A624-7AE6-4AE3-BBD657956F6D}"/>
              </a:ext>
            </a:extLst>
          </p:cNvPr>
          <p:cNvSpPr/>
          <p:nvPr/>
        </p:nvSpPr>
        <p:spPr>
          <a:xfrm rot="2700000">
            <a:off x="10900640" y="5902104"/>
            <a:ext cx="745993" cy="558462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chemeClr val="bg2">
              <a:lumMod val="7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任意多边形 5">
            <a:extLst>
              <a:ext uri="{FF2B5EF4-FFF2-40B4-BE49-F238E27FC236}">
                <a16:creationId xmlns:a16="http://schemas.microsoft.com/office/drawing/2014/main" id="{9FA87DD1-538B-C54D-3DEB-2A01883AFC99}"/>
              </a:ext>
            </a:extLst>
          </p:cNvPr>
          <p:cNvSpPr/>
          <p:nvPr/>
        </p:nvSpPr>
        <p:spPr>
          <a:xfrm rot="2700000">
            <a:off x="-833429" y="5453369"/>
            <a:ext cx="1469941" cy="1477283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rgbClr val="5D99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BD20CB3-C206-3B45-47FC-511B72D588FD}"/>
              </a:ext>
            </a:extLst>
          </p:cNvPr>
          <p:cNvSpPr txBox="1"/>
          <p:nvPr/>
        </p:nvSpPr>
        <p:spPr>
          <a:xfrm>
            <a:off x="11615744" y="6520994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00950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8" grpId="0"/>
      <p:bldP spid="89" grpId="0"/>
      <p:bldP spid="9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3EF85-EAB8-5C57-DABE-FB0D80D8F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970BC10C-7F34-CF26-03B5-966C34F88C99}"/>
              </a:ext>
            </a:extLst>
          </p:cNvPr>
          <p:cNvSpPr/>
          <p:nvPr/>
        </p:nvSpPr>
        <p:spPr>
          <a:xfrm rot="2700000">
            <a:off x="6801763" y="1402622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0" name="任意多边形 19">
            <a:extLst>
              <a:ext uri="{FF2B5EF4-FFF2-40B4-BE49-F238E27FC236}">
                <a16:creationId xmlns:a16="http://schemas.microsoft.com/office/drawing/2014/main" id="{D84F3B9C-ED1B-264F-C512-BFE61539C342}"/>
              </a:ext>
            </a:extLst>
          </p:cNvPr>
          <p:cNvSpPr/>
          <p:nvPr/>
        </p:nvSpPr>
        <p:spPr>
          <a:xfrm rot="2700000">
            <a:off x="-4597361" y="329390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gradFill>
            <a:gsLst>
              <a:gs pos="1328">
                <a:srgbClr val="FF0101"/>
              </a:gs>
              <a:gs pos="875">
                <a:srgbClr val="FD0505"/>
              </a:gs>
              <a:gs pos="750">
                <a:srgbClr val="FB0A0A"/>
              </a:gs>
              <a:gs pos="500">
                <a:srgbClr val="F71414"/>
              </a:gs>
              <a:gs pos="0">
                <a:srgbClr val="EF2728"/>
              </a:gs>
              <a:gs pos="0">
                <a:srgbClr val="FF0000"/>
              </a:gs>
              <a:gs pos="68000">
                <a:schemeClr val="accent1">
                  <a:alpha val="87000"/>
                  <a:lumMod val="38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任意多边形 5">
            <a:extLst>
              <a:ext uri="{FF2B5EF4-FFF2-40B4-BE49-F238E27FC236}">
                <a16:creationId xmlns:a16="http://schemas.microsoft.com/office/drawing/2014/main" id="{59232DA5-5EA6-004B-9519-1CCC9D0F0CC1}"/>
              </a:ext>
            </a:extLst>
          </p:cNvPr>
          <p:cNvSpPr/>
          <p:nvPr/>
        </p:nvSpPr>
        <p:spPr>
          <a:xfrm rot="2700000">
            <a:off x="-957419" y="349784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rgbClr val="5D99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任意多边形 11">
            <a:extLst>
              <a:ext uri="{FF2B5EF4-FFF2-40B4-BE49-F238E27FC236}">
                <a16:creationId xmlns:a16="http://schemas.microsoft.com/office/drawing/2014/main" id="{B2851E9F-4C46-C88D-E251-1FFCC770014A}"/>
              </a:ext>
            </a:extLst>
          </p:cNvPr>
          <p:cNvSpPr/>
          <p:nvPr/>
        </p:nvSpPr>
        <p:spPr>
          <a:xfrm rot="18900000" flipH="1">
            <a:off x="11525844" y="5786883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52E2B50-C73B-9437-E575-A4A956222E84}"/>
              </a:ext>
            </a:extLst>
          </p:cNvPr>
          <p:cNvSpPr txBox="1"/>
          <p:nvPr/>
        </p:nvSpPr>
        <p:spPr>
          <a:xfrm>
            <a:off x="3789971" y="2416811"/>
            <a:ext cx="3104119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dirty="0">
                <a:solidFill>
                  <a:schemeClr val="accent1"/>
                </a:solidFill>
                <a:cs typeface="+mn-ea"/>
                <a:sym typeface="+mn-lt"/>
              </a:rPr>
              <a:t>PARTIE 03</a:t>
            </a:r>
            <a:endParaRPr lang="zh-CN" altLang="en-US" sz="48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24D35DB-E690-D5DD-F11C-829D7BCD38D8}"/>
              </a:ext>
            </a:extLst>
          </p:cNvPr>
          <p:cNvSpPr txBox="1"/>
          <p:nvPr/>
        </p:nvSpPr>
        <p:spPr>
          <a:xfrm>
            <a:off x="3246085" y="3107540"/>
            <a:ext cx="8979489" cy="167847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384613" lvl="2">
              <a:lnSpc>
                <a:spcPct val="150000"/>
              </a:lnSpc>
            </a:pPr>
            <a:r>
              <a:rPr lang="fr-FR" sz="3600" b="1" spc="348" dirty="0">
                <a:solidFill>
                  <a:schemeClr val="bg2">
                    <a:lumMod val="50000"/>
                  </a:schemeClr>
                </a:solidFill>
                <a:latin typeface="DM Sans Bold"/>
              </a:rPr>
              <a:t>Technologies et Environnement de développement</a:t>
            </a:r>
            <a:endParaRPr lang="en-US" sz="3600" b="1" spc="348" dirty="0">
              <a:solidFill>
                <a:schemeClr val="bg2">
                  <a:lumMod val="50000"/>
                </a:schemeClr>
              </a:solidFill>
              <a:latin typeface="DM Sans Bold"/>
            </a:endParaRPr>
          </a:p>
        </p:txBody>
      </p:sp>
      <p:sp>
        <p:nvSpPr>
          <p:cNvPr id="17" name="任意多边形 16">
            <a:extLst>
              <a:ext uri="{FF2B5EF4-FFF2-40B4-BE49-F238E27FC236}">
                <a16:creationId xmlns:a16="http://schemas.microsoft.com/office/drawing/2014/main" id="{7703E879-FA49-F69E-318C-C2E60847DBA6}"/>
              </a:ext>
            </a:extLst>
          </p:cNvPr>
          <p:cNvSpPr/>
          <p:nvPr/>
        </p:nvSpPr>
        <p:spPr>
          <a:xfrm rot="2700000">
            <a:off x="8606638" y="1843174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8" name="任意多边形 17">
            <a:extLst>
              <a:ext uri="{FF2B5EF4-FFF2-40B4-BE49-F238E27FC236}">
                <a16:creationId xmlns:a16="http://schemas.microsoft.com/office/drawing/2014/main" id="{AD4EC641-A53B-1A79-F98A-B0AF968AE740}"/>
              </a:ext>
            </a:extLst>
          </p:cNvPr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E454D3F-4CEE-76C0-617B-159BAA956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315" y="250575"/>
            <a:ext cx="2724331" cy="1060065"/>
          </a:xfrm>
          <a:prstGeom prst="rect">
            <a:avLst/>
          </a:prstGeom>
        </p:spPr>
      </p:pic>
      <p:sp>
        <p:nvSpPr>
          <p:cNvPr id="3" name="任意多边形 16">
            <a:extLst>
              <a:ext uri="{FF2B5EF4-FFF2-40B4-BE49-F238E27FC236}">
                <a16:creationId xmlns:a16="http://schemas.microsoft.com/office/drawing/2014/main" id="{660EBA47-F736-9521-732A-FC22D824A212}"/>
              </a:ext>
            </a:extLst>
          </p:cNvPr>
          <p:cNvSpPr/>
          <p:nvPr/>
        </p:nvSpPr>
        <p:spPr>
          <a:xfrm rot="2700000">
            <a:off x="6778836" y="5087624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任意多边形 16">
            <a:extLst>
              <a:ext uri="{FF2B5EF4-FFF2-40B4-BE49-F238E27FC236}">
                <a16:creationId xmlns:a16="http://schemas.microsoft.com/office/drawing/2014/main" id="{41BF9398-04B5-240C-B90F-256073E835AE}"/>
              </a:ext>
            </a:extLst>
          </p:cNvPr>
          <p:cNvSpPr/>
          <p:nvPr/>
        </p:nvSpPr>
        <p:spPr>
          <a:xfrm rot="2700000">
            <a:off x="4093979" y="317216"/>
            <a:ext cx="820083" cy="82417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DA967D9-C32C-F567-4937-51BA866C7BE9}"/>
              </a:ext>
            </a:extLst>
          </p:cNvPr>
          <p:cNvSpPr txBox="1"/>
          <p:nvPr/>
        </p:nvSpPr>
        <p:spPr>
          <a:xfrm>
            <a:off x="11068524" y="6488668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651444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6" grpId="0" animBg="1"/>
      <p:bldP spid="12" grpId="0" animBg="1"/>
      <p:bldP spid="13" grpId="0"/>
      <p:bldP spid="14" grpId="0"/>
      <p:bldP spid="17" grpId="0" animBg="1"/>
      <p:bldP spid="18" grpId="0" animBg="1"/>
      <p:bldP spid="3" grpId="0" animBg="1"/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11405-A2E3-B5D1-1476-A3508D1E0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577CD7A0-D929-8070-C36B-5AA7EE84B28C}"/>
              </a:ext>
            </a:extLst>
          </p:cNvPr>
          <p:cNvSpPr/>
          <p:nvPr/>
        </p:nvSpPr>
        <p:spPr>
          <a:xfrm>
            <a:off x="4028534" y="1720477"/>
            <a:ext cx="2816456" cy="1490083"/>
          </a:xfrm>
          <a:prstGeom prst="rect">
            <a:avLst/>
          </a:prstGeom>
          <a:solidFill>
            <a:schemeClr val="bg2">
              <a:lumMod val="95000"/>
            </a:schemeClr>
          </a:solidFill>
          <a:ln w="5715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B38554E-EF50-80AE-22B5-29D0015996A7}"/>
              </a:ext>
            </a:extLst>
          </p:cNvPr>
          <p:cNvSpPr/>
          <p:nvPr/>
        </p:nvSpPr>
        <p:spPr>
          <a:xfrm>
            <a:off x="7889787" y="1720477"/>
            <a:ext cx="3238500" cy="1581524"/>
          </a:xfrm>
          <a:prstGeom prst="rect">
            <a:avLst/>
          </a:prstGeom>
          <a:solidFill>
            <a:schemeClr val="bg2">
              <a:lumMod val="95000"/>
            </a:schemeClr>
          </a:solidFill>
          <a:ln w="57150">
            <a:solidFill>
              <a:schemeClr val="accent1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C082718-EAD2-B9D6-556E-94C5485D95C9}"/>
              </a:ext>
            </a:extLst>
          </p:cNvPr>
          <p:cNvSpPr txBox="1"/>
          <p:nvPr/>
        </p:nvSpPr>
        <p:spPr>
          <a:xfrm>
            <a:off x="1740503" y="450599"/>
            <a:ext cx="4937185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800" b="1" dirty="0">
                <a:solidFill>
                  <a:schemeClr val="accent2"/>
                </a:solidFill>
                <a:cs typeface="+mn-ea"/>
                <a:sym typeface="+mn-lt"/>
              </a:rPr>
              <a:t>TECHNOLOGIES UTILISEES</a:t>
            </a:r>
            <a:endParaRPr lang="zh-CN" altLang="en-US" sz="2800" b="1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20" name="任意多边形 47">
            <a:extLst>
              <a:ext uri="{FF2B5EF4-FFF2-40B4-BE49-F238E27FC236}">
                <a16:creationId xmlns:a16="http://schemas.microsoft.com/office/drawing/2014/main" id="{5399DAC1-99C2-6D18-A920-349EBEACAC4D}"/>
              </a:ext>
            </a:extLst>
          </p:cNvPr>
          <p:cNvSpPr/>
          <p:nvPr/>
        </p:nvSpPr>
        <p:spPr>
          <a:xfrm rot="18900000" flipV="1">
            <a:off x="99493" y="160716"/>
            <a:ext cx="1257992" cy="771874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1" name="任意多边形 48">
            <a:extLst>
              <a:ext uri="{FF2B5EF4-FFF2-40B4-BE49-F238E27FC236}">
                <a16:creationId xmlns:a16="http://schemas.microsoft.com/office/drawing/2014/main" id="{213368A0-00F1-D65A-6F4E-75F580F8CD52}"/>
              </a:ext>
            </a:extLst>
          </p:cNvPr>
          <p:cNvSpPr/>
          <p:nvPr/>
        </p:nvSpPr>
        <p:spPr>
          <a:xfrm rot="18900000" flipV="1">
            <a:off x="-102618" y="95709"/>
            <a:ext cx="926781" cy="721545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E2899FB-AF0B-7683-C0B4-1F66F3308A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55" y="1976103"/>
            <a:ext cx="2233415" cy="574057"/>
          </a:xfrm>
          <a:prstGeom prst="rect">
            <a:avLst/>
          </a:prstGeom>
        </p:spPr>
      </p:pic>
      <p:sp>
        <p:nvSpPr>
          <p:cNvPr id="9" name="矩形 26">
            <a:extLst>
              <a:ext uri="{FF2B5EF4-FFF2-40B4-BE49-F238E27FC236}">
                <a16:creationId xmlns:a16="http://schemas.microsoft.com/office/drawing/2014/main" id="{98F92E32-E771-6920-11D5-DE49BDD71851}"/>
              </a:ext>
            </a:extLst>
          </p:cNvPr>
          <p:cNvSpPr/>
          <p:nvPr/>
        </p:nvSpPr>
        <p:spPr>
          <a:xfrm>
            <a:off x="4028534" y="3476346"/>
            <a:ext cx="2816456" cy="2766156"/>
          </a:xfrm>
          <a:prstGeom prst="rect">
            <a:avLst/>
          </a:prstGeom>
          <a:solidFill>
            <a:schemeClr val="bg2">
              <a:lumMod val="95000"/>
            </a:schemeClr>
          </a:solidFill>
          <a:ln w="571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dirty="0">
                <a:solidFill>
                  <a:srgbClr val="006666"/>
                </a:solidFill>
                <a:latin typeface="DeepSeek-CJK-patch"/>
              </a:rPr>
              <a:t>N</a:t>
            </a:r>
            <a:r>
              <a:rPr lang="fr-FR" sz="2000" i="0" dirty="0">
                <a:solidFill>
                  <a:srgbClr val="006666"/>
                </a:solidFill>
                <a:effectLst/>
                <a:latin typeface="DeepSeek-CJK-patch"/>
              </a:rPr>
              <a:t>ous avons utilisé Spring Boot pour le backend avec une architecture en couches.</a:t>
            </a:r>
            <a:endParaRPr lang="zh-CN" altLang="en-US" sz="2000" dirty="0">
              <a:ln w="0"/>
              <a:solidFill>
                <a:srgbClr val="006666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5C7A81BB-B475-9427-A2A9-0905B6F83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9117" y="1720476"/>
            <a:ext cx="1165770" cy="1165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BDF11C69-1BA1-9993-4937-6C9AE4D2458C}"/>
              </a:ext>
            </a:extLst>
          </p:cNvPr>
          <p:cNvSpPr txBox="1"/>
          <p:nvPr/>
        </p:nvSpPr>
        <p:spPr>
          <a:xfrm>
            <a:off x="9019117" y="2809216"/>
            <a:ext cx="22302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C00000"/>
                </a:solidFill>
              </a:rPr>
              <a:t>ANGULAR</a:t>
            </a:r>
          </a:p>
        </p:txBody>
      </p:sp>
      <p:sp>
        <p:nvSpPr>
          <p:cNvPr id="14" name="矩形 36">
            <a:extLst>
              <a:ext uri="{FF2B5EF4-FFF2-40B4-BE49-F238E27FC236}">
                <a16:creationId xmlns:a16="http://schemas.microsoft.com/office/drawing/2014/main" id="{12F577A0-4435-378F-5D52-9DF8D49DA386}"/>
              </a:ext>
            </a:extLst>
          </p:cNvPr>
          <p:cNvSpPr/>
          <p:nvPr/>
        </p:nvSpPr>
        <p:spPr>
          <a:xfrm>
            <a:off x="7889787" y="3476346"/>
            <a:ext cx="3238500" cy="2766156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i="0" dirty="0">
                <a:solidFill>
                  <a:srgbClr val="006666"/>
                </a:solidFill>
                <a:effectLst/>
                <a:latin typeface="DeepSeek-CJK-patch"/>
              </a:rPr>
              <a:t>Côté frontend, </a:t>
            </a:r>
            <a:r>
              <a:rPr lang="fr-FR" sz="2000" i="0" dirty="0" err="1">
                <a:solidFill>
                  <a:srgbClr val="006666"/>
                </a:solidFill>
                <a:effectLst/>
                <a:latin typeface="DeepSeek-CJK-patch"/>
              </a:rPr>
              <a:t>Angular</a:t>
            </a:r>
            <a:r>
              <a:rPr lang="fr-FR" sz="2000" i="0" dirty="0">
                <a:solidFill>
                  <a:srgbClr val="006666"/>
                </a:solidFill>
                <a:effectLst/>
                <a:latin typeface="DeepSeek-CJK-patch"/>
              </a:rPr>
              <a:t> </a:t>
            </a:r>
          </a:p>
          <a:p>
            <a:pPr algn="ctr"/>
            <a:r>
              <a:rPr lang="fr-FR" sz="2000" i="0" dirty="0">
                <a:solidFill>
                  <a:srgbClr val="006666"/>
                </a:solidFill>
                <a:effectLst/>
                <a:latin typeface="DeepSeek-CJK-patch"/>
              </a:rPr>
              <a:t>a été choisi avec le pattern MVVM (Modèle-Vue-Vue-Modèle).</a:t>
            </a:r>
          </a:p>
          <a:p>
            <a:pPr algn="ctr"/>
            <a:r>
              <a:rPr lang="fr-FR" sz="2000" i="0" dirty="0">
                <a:solidFill>
                  <a:srgbClr val="006666"/>
                </a:solidFill>
                <a:effectLst/>
                <a:latin typeface="DeepSeek-CJK-patch"/>
              </a:rPr>
              <a:t> </a:t>
            </a:r>
            <a:endParaRPr lang="zh-CN" altLang="en-US" sz="2000" dirty="0">
              <a:solidFill>
                <a:srgbClr val="006666"/>
              </a:solidFill>
              <a:cs typeface="+mn-ea"/>
              <a:sym typeface="+mn-lt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BFAD815-4A8E-26E6-499B-82AA295104A6}"/>
              </a:ext>
            </a:extLst>
          </p:cNvPr>
          <p:cNvSpPr txBox="1"/>
          <p:nvPr/>
        </p:nvSpPr>
        <p:spPr>
          <a:xfrm>
            <a:off x="4763835" y="2705262"/>
            <a:ext cx="22302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006666"/>
                </a:solidFill>
              </a:rPr>
              <a:t>SPRING BOOT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B6267DF2-662C-BFF3-C4C5-53BFC3ECFC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239" y="2465518"/>
            <a:ext cx="2541465" cy="2541465"/>
          </a:xfrm>
          <a:prstGeom prst="rect">
            <a:avLst/>
          </a:prstGeom>
        </p:spPr>
      </p:pic>
      <p:sp>
        <p:nvSpPr>
          <p:cNvPr id="12" name="任意多边形 16">
            <a:extLst>
              <a:ext uri="{FF2B5EF4-FFF2-40B4-BE49-F238E27FC236}">
                <a16:creationId xmlns:a16="http://schemas.microsoft.com/office/drawing/2014/main" id="{7864A728-C0D0-DD44-1604-99ABC49F89C5}"/>
              </a:ext>
            </a:extLst>
          </p:cNvPr>
          <p:cNvSpPr/>
          <p:nvPr/>
        </p:nvSpPr>
        <p:spPr>
          <a:xfrm rot="2700000">
            <a:off x="6894675" y="868952"/>
            <a:ext cx="699869" cy="7033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3" name="任意多边形 16">
            <a:extLst>
              <a:ext uri="{FF2B5EF4-FFF2-40B4-BE49-F238E27FC236}">
                <a16:creationId xmlns:a16="http://schemas.microsoft.com/office/drawing/2014/main" id="{89627842-BEDD-CD70-31FF-EFDD83179A7B}"/>
              </a:ext>
            </a:extLst>
          </p:cNvPr>
          <p:cNvSpPr/>
          <p:nvPr/>
        </p:nvSpPr>
        <p:spPr>
          <a:xfrm rot="2700000">
            <a:off x="8150759" y="486530"/>
            <a:ext cx="969734" cy="974578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6F951BF4-7DCC-F987-B5B3-B90F878659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6661" y="175484"/>
            <a:ext cx="1640097" cy="638179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843DAF2-2E1D-D925-666C-DC3AD532F0CF}"/>
              </a:ext>
            </a:extLst>
          </p:cNvPr>
          <p:cNvSpPr txBox="1"/>
          <p:nvPr/>
        </p:nvSpPr>
        <p:spPr>
          <a:xfrm>
            <a:off x="11068524" y="6488668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549569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/>
          <p:cNvSpPr>
            <a:spLocks/>
          </p:cNvSpPr>
          <p:nvPr/>
        </p:nvSpPr>
        <p:spPr bwMode="auto">
          <a:xfrm>
            <a:off x="9512360" y="2884890"/>
            <a:ext cx="472229" cy="982677"/>
          </a:xfrm>
          <a:custGeom>
            <a:avLst/>
            <a:gdLst>
              <a:gd name="T0" fmla="*/ 280 w 280"/>
              <a:gd name="T1" fmla="*/ 278 h 862"/>
              <a:gd name="T2" fmla="*/ 280 w 280"/>
              <a:gd name="T3" fmla="*/ 862 h 862"/>
              <a:gd name="T4" fmla="*/ 0 w 280"/>
              <a:gd name="T5" fmla="*/ 582 h 862"/>
              <a:gd name="T6" fmla="*/ 0 w 280"/>
              <a:gd name="T7" fmla="*/ 0 h 862"/>
              <a:gd name="T8" fmla="*/ 3 w 280"/>
              <a:gd name="T9" fmla="*/ 0 h 862"/>
              <a:gd name="T10" fmla="*/ 280 w 280"/>
              <a:gd name="T11" fmla="*/ 278 h 8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0" h="862">
                <a:moveTo>
                  <a:pt x="280" y="278"/>
                </a:moveTo>
                <a:lnTo>
                  <a:pt x="280" y="862"/>
                </a:lnTo>
                <a:lnTo>
                  <a:pt x="0" y="582"/>
                </a:lnTo>
                <a:lnTo>
                  <a:pt x="0" y="0"/>
                </a:lnTo>
                <a:lnTo>
                  <a:pt x="3" y="0"/>
                </a:lnTo>
                <a:lnTo>
                  <a:pt x="280" y="2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15214" tIns="57607" rIns="115214" bIns="57607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3" name="Freeform 8"/>
          <p:cNvSpPr>
            <a:spLocks/>
          </p:cNvSpPr>
          <p:nvPr/>
        </p:nvSpPr>
        <p:spPr bwMode="auto">
          <a:xfrm>
            <a:off x="8065316" y="2884889"/>
            <a:ext cx="473916" cy="1280216"/>
          </a:xfrm>
          <a:custGeom>
            <a:avLst/>
            <a:gdLst>
              <a:gd name="T0" fmla="*/ 281 w 281"/>
              <a:gd name="T1" fmla="*/ 278 h 1123"/>
              <a:gd name="T2" fmla="*/ 281 w 281"/>
              <a:gd name="T3" fmla="*/ 1123 h 1123"/>
              <a:gd name="T4" fmla="*/ 0 w 281"/>
              <a:gd name="T5" fmla="*/ 842 h 1123"/>
              <a:gd name="T6" fmla="*/ 0 w 281"/>
              <a:gd name="T7" fmla="*/ 0 h 1123"/>
              <a:gd name="T8" fmla="*/ 279 w 281"/>
              <a:gd name="T9" fmla="*/ 278 h 1123"/>
              <a:gd name="T10" fmla="*/ 281 w 281"/>
              <a:gd name="T11" fmla="*/ 278 h 1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1" h="1123">
                <a:moveTo>
                  <a:pt x="281" y="278"/>
                </a:moveTo>
                <a:lnTo>
                  <a:pt x="281" y="1123"/>
                </a:lnTo>
                <a:lnTo>
                  <a:pt x="0" y="842"/>
                </a:lnTo>
                <a:lnTo>
                  <a:pt x="0" y="0"/>
                </a:lnTo>
                <a:lnTo>
                  <a:pt x="279" y="278"/>
                </a:lnTo>
                <a:lnTo>
                  <a:pt x="281" y="2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15214" tIns="57607" rIns="115214" bIns="57607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4" name="Freeform 10"/>
          <p:cNvSpPr>
            <a:spLocks/>
          </p:cNvSpPr>
          <p:nvPr/>
        </p:nvSpPr>
        <p:spPr bwMode="auto">
          <a:xfrm>
            <a:off x="6619957" y="2884889"/>
            <a:ext cx="473916" cy="1280216"/>
          </a:xfrm>
          <a:custGeom>
            <a:avLst/>
            <a:gdLst>
              <a:gd name="T0" fmla="*/ 281 w 281"/>
              <a:gd name="T1" fmla="*/ 278 h 1123"/>
              <a:gd name="T2" fmla="*/ 281 w 281"/>
              <a:gd name="T3" fmla="*/ 1123 h 1123"/>
              <a:gd name="T4" fmla="*/ 0 w 281"/>
              <a:gd name="T5" fmla="*/ 842 h 1123"/>
              <a:gd name="T6" fmla="*/ 0 w 281"/>
              <a:gd name="T7" fmla="*/ 0 h 1123"/>
              <a:gd name="T8" fmla="*/ 278 w 281"/>
              <a:gd name="T9" fmla="*/ 278 h 1123"/>
              <a:gd name="T10" fmla="*/ 281 w 281"/>
              <a:gd name="T11" fmla="*/ 278 h 1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1" h="1123">
                <a:moveTo>
                  <a:pt x="281" y="278"/>
                </a:moveTo>
                <a:lnTo>
                  <a:pt x="281" y="1123"/>
                </a:lnTo>
                <a:lnTo>
                  <a:pt x="0" y="842"/>
                </a:lnTo>
                <a:lnTo>
                  <a:pt x="0" y="0"/>
                </a:lnTo>
                <a:lnTo>
                  <a:pt x="278" y="278"/>
                </a:lnTo>
                <a:lnTo>
                  <a:pt x="281" y="2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15214" tIns="57607" rIns="115214" bIns="57607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5" name="Freeform 12"/>
          <p:cNvSpPr>
            <a:spLocks/>
          </p:cNvSpPr>
          <p:nvPr/>
        </p:nvSpPr>
        <p:spPr bwMode="auto">
          <a:xfrm>
            <a:off x="5174597" y="2884889"/>
            <a:ext cx="472229" cy="1280216"/>
          </a:xfrm>
          <a:custGeom>
            <a:avLst/>
            <a:gdLst>
              <a:gd name="T0" fmla="*/ 280 w 280"/>
              <a:gd name="T1" fmla="*/ 278 h 1123"/>
              <a:gd name="T2" fmla="*/ 280 w 280"/>
              <a:gd name="T3" fmla="*/ 1123 h 1123"/>
              <a:gd name="T4" fmla="*/ 0 w 280"/>
              <a:gd name="T5" fmla="*/ 842 h 1123"/>
              <a:gd name="T6" fmla="*/ 0 w 280"/>
              <a:gd name="T7" fmla="*/ 0 h 1123"/>
              <a:gd name="T8" fmla="*/ 278 w 280"/>
              <a:gd name="T9" fmla="*/ 278 h 1123"/>
              <a:gd name="T10" fmla="*/ 280 w 280"/>
              <a:gd name="T11" fmla="*/ 278 h 1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0" h="1123">
                <a:moveTo>
                  <a:pt x="280" y="278"/>
                </a:moveTo>
                <a:lnTo>
                  <a:pt x="280" y="1123"/>
                </a:lnTo>
                <a:lnTo>
                  <a:pt x="0" y="842"/>
                </a:lnTo>
                <a:lnTo>
                  <a:pt x="0" y="0"/>
                </a:lnTo>
                <a:lnTo>
                  <a:pt x="278" y="278"/>
                </a:lnTo>
                <a:lnTo>
                  <a:pt x="280" y="2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15214" tIns="57607" rIns="115214" bIns="57607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6" name="Freeform 14"/>
          <p:cNvSpPr>
            <a:spLocks/>
          </p:cNvSpPr>
          <p:nvPr/>
        </p:nvSpPr>
        <p:spPr bwMode="auto">
          <a:xfrm>
            <a:off x="3729238" y="2884889"/>
            <a:ext cx="472229" cy="1280216"/>
          </a:xfrm>
          <a:custGeom>
            <a:avLst/>
            <a:gdLst>
              <a:gd name="T0" fmla="*/ 280 w 280"/>
              <a:gd name="T1" fmla="*/ 278 h 1123"/>
              <a:gd name="T2" fmla="*/ 280 w 280"/>
              <a:gd name="T3" fmla="*/ 1123 h 1123"/>
              <a:gd name="T4" fmla="*/ 0 w 280"/>
              <a:gd name="T5" fmla="*/ 842 h 1123"/>
              <a:gd name="T6" fmla="*/ 0 w 280"/>
              <a:gd name="T7" fmla="*/ 0 h 1123"/>
              <a:gd name="T8" fmla="*/ 278 w 280"/>
              <a:gd name="T9" fmla="*/ 278 h 1123"/>
              <a:gd name="T10" fmla="*/ 280 w 280"/>
              <a:gd name="T11" fmla="*/ 278 h 1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0" h="1123">
                <a:moveTo>
                  <a:pt x="280" y="278"/>
                </a:moveTo>
                <a:lnTo>
                  <a:pt x="280" y="1123"/>
                </a:lnTo>
                <a:lnTo>
                  <a:pt x="0" y="842"/>
                </a:lnTo>
                <a:lnTo>
                  <a:pt x="0" y="0"/>
                </a:lnTo>
                <a:lnTo>
                  <a:pt x="278" y="278"/>
                </a:lnTo>
                <a:lnTo>
                  <a:pt x="280" y="2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15214" tIns="57607" rIns="115214" bIns="57607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7" name="Freeform 16"/>
          <p:cNvSpPr>
            <a:spLocks/>
          </p:cNvSpPr>
          <p:nvPr/>
        </p:nvSpPr>
        <p:spPr bwMode="auto">
          <a:xfrm>
            <a:off x="2283879" y="2884889"/>
            <a:ext cx="472229" cy="1280216"/>
          </a:xfrm>
          <a:custGeom>
            <a:avLst/>
            <a:gdLst>
              <a:gd name="T0" fmla="*/ 280 w 280"/>
              <a:gd name="T1" fmla="*/ 278 h 1123"/>
              <a:gd name="T2" fmla="*/ 280 w 280"/>
              <a:gd name="T3" fmla="*/ 1123 h 1123"/>
              <a:gd name="T4" fmla="*/ 0 w 280"/>
              <a:gd name="T5" fmla="*/ 842 h 1123"/>
              <a:gd name="T6" fmla="*/ 0 w 280"/>
              <a:gd name="T7" fmla="*/ 0 h 1123"/>
              <a:gd name="T8" fmla="*/ 278 w 280"/>
              <a:gd name="T9" fmla="*/ 278 h 1123"/>
              <a:gd name="T10" fmla="*/ 280 w 280"/>
              <a:gd name="T11" fmla="*/ 278 h 1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0" h="1123">
                <a:moveTo>
                  <a:pt x="280" y="278"/>
                </a:moveTo>
                <a:lnTo>
                  <a:pt x="280" y="1123"/>
                </a:lnTo>
                <a:lnTo>
                  <a:pt x="0" y="842"/>
                </a:lnTo>
                <a:lnTo>
                  <a:pt x="0" y="0"/>
                </a:lnTo>
                <a:lnTo>
                  <a:pt x="278" y="278"/>
                </a:lnTo>
                <a:lnTo>
                  <a:pt x="280" y="2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115214" tIns="57607" rIns="115214" bIns="57607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8" name="Freeform 17"/>
          <p:cNvSpPr>
            <a:spLocks/>
          </p:cNvSpPr>
          <p:nvPr/>
        </p:nvSpPr>
        <p:spPr bwMode="auto">
          <a:xfrm>
            <a:off x="9984590" y="3050189"/>
            <a:ext cx="1040591" cy="967857"/>
          </a:xfrm>
          <a:custGeom>
            <a:avLst/>
            <a:gdLst>
              <a:gd name="T0" fmla="*/ 210 w 617"/>
              <a:gd name="T1" fmla="*/ 849 h 849"/>
              <a:gd name="T2" fmla="*/ 210 w 617"/>
              <a:gd name="T3" fmla="*/ 717 h 849"/>
              <a:gd name="T4" fmla="*/ 0 w 617"/>
              <a:gd name="T5" fmla="*/ 717 h 849"/>
              <a:gd name="T6" fmla="*/ 0 w 617"/>
              <a:gd name="T7" fmla="*/ 133 h 849"/>
              <a:gd name="T8" fmla="*/ 210 w 617"/>
              <a:gd name="T9" fmla="*/ 133 h 849"/>
              <a:gd name="T10" fmla="*/ 210 w 617"/>
              <a:gd name="T11" fmla="*/ 0 h 849"/>
              <a:gd name="T12" fmla="*/ 617 w 617"/>
              <a:gd name="T13" fmla="*/ 424 h 849"/>
              <a:gd name="T14" fmla="*/ 210 w 617"/>
              <a:gd name="T15" fmla="*/ 849 h 8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17" h="849">
                <a:moveTo>
                  <a:pt x="210" y="849"/>
                </a:moveTo>
                <a:lnTo>
                  <a:pt x="210" y="717"/>
                </a:lnTo>
                <a:lnTo>
                  <a:pt x="0" y="717"/>
                </a:lnTo>
                <a:lnTo>
                  <a:pt x="0" y="133"/>
                </a:lnTo>
                <a:lnTo>
                  <a:pt x="210" y="133"/>
                </a:lnTo>
                <a:lnTo>
                  <a:pt x="210" y="0"/>
                </a:lnTo>
                <a:lnTo>
                  <a:pt x="617" y="424"/>
                </a:lnTo>
                <a:lnTo>
                  <a:pt x="210" y="8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15214" tIns="57607" rIns="115214" bIns="57607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0" name="Freeform 15"/>
          <p:cNvSpPr>
            <a:spLocks/>
          </p:cNvSpPr>
          <p:nvPr/>
        </p:nvSpPr>
        <p:spPr bwMode="auto">
          <a:xfrm>
            <a:off x="1310750" y="2884888"/>
            <a:ext cx="973129" cy="1275656"/>
          </a:xfrm>
          <a:custGeom>
            <a:avLst/>
            <a:gdLst>
              <a:gd name="T0" fmla="*/ 577 w 577"/>
              <a:gd name="T1" fmla="*/ 0 h 1119"/>
              <a:gd name="T2" fmla="*/ 577 w 577"/>
              <a:gd name="T3" fmla="*/ 1119 h 1119"/>
              <a:gd name="T4" fmla="*/ 288 w 577"/>
              <a:gd name="T5" fmla="*/ 840 h 1119"/>
              <a:gd name="T6" fmla="*/ 0 w 577"/>
              <a:gd name="T7" fmla="*/ 1118 h 1119"/>
              <a:gd name="T8" fmla="*/ 0 w 577"/>
              <a:gd name="T9" fmla="*/ 0 h 1119"/>
              <a:gd name="T10" fmla="*/ 577 w 577"/>
              <a:gd name="T11" fmla="*/ 0 h 1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77" h="1119">
                <a:moveTo>
                  <a:pt x="577" y="0"/>
                </a:moveTo>
                <a:lnTo>
                  <a:pt x="577" y="1119"/>
                </a:lnTo>
                <a:lnTo>
                  <a:pt x="288" y="840"/>
                </a:lnTo>
                <a:lnTo>
                  <a:pt x="0" y="1118"/>
                </a:lnTo>
                <a:lnTo>
                  <a:pt x="0" y="0"/>
                </a:lnTo>
                <a:lnTo>
                  <a:pt x="577" y="0"/>
                </a:lnTo>
                <a:close/>
              </a:path>
            </a:pathLst>
          </a:custGeom>
          <a:solidFill>
            <a:schemeClr val="bg2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649602" y="2884889"/>
            <a:ext cx="1209245" cy="1280216"/>
            <a:chOff x="2029538" y="2261909"/>
            <a:chExt cx="959665" cy="10161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Rectangle 13"/>
            <p:cNvSpPr>
              <a:spLocks noChangeArrowheads="1"/>
            </p:cNvSpPr>
            <p:nvPr userDrawn="1"/>
          </p:nvSpPr>
          <p:spPr bwMode="auto">
            <a:xfrm>
              <a:off x="2114063" y="2261909"/>
              <a:ext cx="772282" cy="101614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14" name="Text Placeholder 59"/>
            <p:cNvSpPr txBox="1">
              <a:spLocks/>
            </p:cNvSpPr>
            <p:nvPr/>
          </p:nvSpPr>
          <p:spPr>
            <a:xfrm>
              <a:off x="2029538" y="2383410"/>
              <a:ext cx="959665" cy="677314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b="0" kern="12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094961" y="2884889"/>
            <a:ext cx="1209245" cy="1280216"/>
            <a:chOff x="3176585" y="2261909"/>
            <a:chExt cx="959665" cy="10161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6" name="Rectangle 11"/>
            <p:cNvSpPr>
              <a:spLocks noChangeArrowheads="1"/>
            </p:cNvSpPr>
            <p:nvPr userDrawn="1"/>
          </p:nvSpPr>
          <p:spPr bwMode="auto">
            <a:xfrm>
              <a:off x="3261110" y="2261909"/>
              <a:ext cx="772282" cy="1016144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17" name="Text Placeholder 59"/>
            <p:cNvSpPr txBox="1">
              <a:spLocks/>
            </p:cNvSpPr>
            <p:nvPr/>
          </p:nvSpPr>
          <p:spPr>
            <a:xfrm>
              <a:off x="3176585" y="2383410"/>
              <a:ext cx="959665" cy="677314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b="0" kern="12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540320" y="2884889"/>
            <a:ext cx="1209245" cy="1280216"/>
            <a:chOff x="4323632" y="2261909"/>
            <a:chExt cx="959665" cy="10161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" name="Rectangle 9"/>
            <p:cNvSpPr>
              <a:spLocks noChangeArrowheads="1"/>
            </p:cNvSpPr>
            <p:nvPr userDrawn="1"/>
          </p:nvSpPr>
          <p:spPr bwMode="auto">
            <a:xfrm>
              <a:off x="4408157" y="2261909"/>
              <a:ext cx="772282" cy="1016144"/>
            </a:xfrm>
            <a:prstGeom prst="rect">
              <a:avLst/>
            </a:prstGeom>
            <a:solidFill>
              <a:srgbClr val="5D99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20" name="Text Placeholder 59"/>
            <p:cNvSpPr txBox="1">
              <a:spLocks/>
            </p:cNvSpPr>
            <p:nvPr/>
          </p:nvSpPr>
          <p:spPr>
            <a:xfrm>
              <a:off x="4323632" y="2383410"/>
              <a:ext cx="959665" cy="677314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b="0" kern="1200">
                  <a:solidFill>
                    <a:schemeClr val="accent5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982501" y="2884889"/>
            <a:ext cx="1209245" cy="1280216"/>
            <a:chOff x="5468157" y="2261909"/>
            <a:chExt cx="959665" cy="10161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2" name="Rectangle 7"/>
            <p:cNvSpPr>
              <a:spLocks noChangeArrowheads="1"/>
            </p:cNvSpPr>
            <p:nvPr userDrawn="1"/>
          </p:nvSpPr>
          <p:spPr bwMode="auto">
            <a:xfrm>
              <a:off x="5556542" y="2261909"/>
              <a:ext cx="770944" cy="1016144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23" name="Text Placeholder 59"/>
            <p:cNvSpPr txBox="1">
              <a:spLocks/>
            </p:cNvSpPr>
            <p:nvPr/>
          </p:nvSpPr>
          <p:spPr>
            <a:xfrm>
              <a:off x="5468157" y="2383410"/>
              <a:ext cx="959665" cy="677314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b="0" kern="12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8432724" y="2884889"/>
            <a:ext cx="1209245" cy="1280216"/>
            <a:chOff x="6619064" y="2261909"/>
            <a:chExt cx="959665" cy="101614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5" name="Rectangle 6"/>
            <p:cNvSpPr>
              <a:spLocks noChangeArrowheads="1"/>
            </p:cNvSpPr>
            <p:nvPr userDrawn="1"/>
          </p:nvSpPr>
          <p:spPr bwMode="auto">
            <a:xfrm>
              <a:off x="6703589" y="2261909"/>
              <a:ext cx="772282" cy="1016144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26" name="Text Placeholder 59"/>
            <p:cNvSpPr txBox="1">
              <a:spLocks/>
            </p:cNvSpPr>
            <p:nvPr/>
          </p:nvSpPr>
          <p:spPr>
            <a:xfrm>
              <a:off x="6619064" y="2383410"/>
              <a:ext cx="959665" cy="677314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marL="0" indent="0" algn="ctr" defTabSz="914400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2000" b="0" kern="1200">
                  <a:solidFill>
                    <a:schemeClr val="bg1"/>
                  </a:solidFill>
                  <a:latin typeface="Roboto Light" panose="02000000000000000000" pitchFamily="2" charset="0"/>
                  <a:ea typeface="Roboto Light" panose="02000000000000000000" pitchFamily="2" charset="0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7" name="Text Placeholder 59"/>
          <p:cNvSpPr txBox="1">
            <a:spLocks/>
          </p:cNvSpPr>
          <p:nvPr/>
        </p:nvSpPr>
        <p:spPr>
          <a:xfrm>
            <a:off x="2756109" y="4481092"/>
            <a:ext cx="2418488" cy="1179375"/>
          </a:xfrm>
          <a:prstGeom prst="rect">
            <a:avLst/>
          </a:prstGeom>
        </p:spPr>
        <p:txBody>
          <a:bodyPr lIns="115214" tIns="57607" rIns="115214" bIns="57607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altLang="zh-CN" sz="1500" b="1" dirty="0" err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Intellig</a:t>
            </a:r>
            <a:r>
              <a:rPr lang="fr-FR" altLang="zh-CN" sz="15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 </a:t>
            </a:r>
            <a:r>
              <a:rPr lang="fr-FR" altLang="zh-CN" sz="1500" b="1" dirty="0" err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idea</a:t>
            </a:r>
            <a:endParaRPr lang="zh-CN" altLang="en-US" sz="1500" b="1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cxnSp>
        <p:nvCxnSpPr>
          <p:cNvPr id="28" name="Straight Connector 54"/>
          <p:cNvCxnSpPr/>
          <p:nvPr/>
        </p:nvCxnSpPr>
        <p:spPr>
          <a:xfrm>
            <a:off x="2756109" y="4158360"/>
            <a:ext cx="0" cy="138492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59"/>
          <p:cNvSpPr txBox="1">
            <a:spLocks/>
          </p:cNvSpPr>
          <p:nvPr/>
        </p:nvSpPr>
        <p:spPr>
          <a:xfrm>
            <a:off x="5646111" y="4481092"/>
            <a:ext cx="2418488" cy="1179375"/>
          </a:xfrm>
          <a:prstGeom prst="rect">
            <a:avLst/>
          </a:prstGeom>
        </p:spPr>
        <p:txBody>
          <a:bodyPr lIns="115214" tIns="57607" rIns="115214" bIns="57607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altLang="zh-CN" sz="1500" b="1" dirty="0" err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Draw,io</a:t>
            </a:r>
            <a:endParaRPr lang="zh-CN" altLang="en-US" sz="1500" b="1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cxnSp>
        <p:nvCxnSpPr>
          <p:cNvPr id="30" name="Straight Connector 56"/>
          <p:cNvCxnSpPr/>
          <p:nvPr/>
        </p:nvCxnSpPr>
        <p:spPr>
          <a:xfrm>
            <a:off x="5646111" y="4158360"/>
            <a:ext cx="0" cy="138492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59"/>
          <p:cNvSpPr txBox="1">
            <a:spLocks/>
          </p:cNvSpPr>
          <p:nvPr/>
        </p:nvSpPr>
        <p:spPr>
          <a:xfrm>
            <a:off x="8539229" y="4481092"/>
            <a:ext cx="2722937" cy="1179375"/>
          </a:xfrm>
          <a:prstGeom prst="rect">
            <a:avLst/>
          </a:prstGeom>
        </p:spPr>
        <p:txBody>
          <a:bodyPr lIns="115214" tIns="57607" rIns="115214" bIns="57607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altLang="zh-CN" sz="15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Base de donné </a:t>
            </a:r>
            <a:r>
              <a:rPr lang="fr-FR" altLang="zh-CN" sz="1500" b="1" dirty="0" err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sql</a:t>
            </a:r>
            <a:endParaRPr lang="zh-CN" altLang="en-US" sz="1500" b="1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cxnSp>
        <p:nvCxnSpPr>
          <p:cNvPr id="32" name="Straight Connector 58"/>
          <p:cNvCxnSpPr/>
          <p:nvPr/>
        </p:nvCxnSpPr>
        <p:spPr>
          <a:xfrm>
            <a:off x="8539231" y="4158360"/>
            <a:ext cx="0" cy="138492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59"/>
          <p:cNvSpPr txBox="1">
            <a:spLocks/>
          </p:cNvSpPr>
          <p:nvPr/>
        </p:nvSpPr>
        <p:spPr>
          <a:xfrm>
            <a:off x="1310750" y="1416606"/>
            <a:ext cx="2418488" cy="1179375"/>
          </a:xfrm>
          <a:prstGeom prst="rect">
            <a:avLst/>
          </a:prstGeom>
        </p:spPr>
        <p:txBody>
          <a:bodyPr lIns="115214" tIns="57607" rIns="115214" bIns="57607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altLang="zh-CN" sz="15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Visual studio code </a:t>
            </a:r>
            <a:endParaRPr lang="zh-CN" altLang="en-US" sz="1500" b="1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34" name="Text Placeholder 59"/>
          <p:cNvSpPr txBox="1">
            <a:spLocks/>
          </p:cNvSpPr>
          <p:nvPr/>
        </p:nvSpPr>
        <p:spPr>
          <a:xfrm>
            <a:off x="4200752" y="1416606"/>
            <a:ext cx="2418488" cy="1179375"/>
          </a:xfrm>
          <a:prstGeom prst="rect">
            <a:avLst/>
          </a:prstGeom>
        </p:spPr>
        <p:txBody>
          <a:bodyPr lIns="115214" tIns="57607" rIns="115214" bIns="57607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altLang="zh-CN" sz="1500" b="1" dirty="0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Postman</a:t>
            </a:r>
            <a:endParaRPr lang="zh-CN" altLang="en-US" sz="1500" b="1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35" name="Text Placeholder 59"/>
          <p:cNvSpPr txBox="1">
            <a:spLocks/>
          </p:cNvSpPr>
          <p:nvPr/>
        </p:nvSpPr>
        <p:spPr>
          <a:xfrm>
            <a:off x="7093871" y="1416606"/>
            <a:ext cx="2548098" cy="1179375"/>
          </a:xfrm>
          <a:prstGeom prst="rect">
            <a:avLst/>
          </a:prstGeom>
        </p:spPr>
        <p:txBody>
          <a:bodyPr lIns="115214" tIns="57607" rIns="115214" bIns="57607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altLang="zh-CN" sz="1500" b="1" dirty="0" err="1">
                <a:solidFill>
                  <a:schemeClr val="accent1"/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xamp</a:t>
            </a:r>
            <a:endParaRPr lang="zh-CN" altLang="en-US" sz="1500" b="1" dirty="0">
              <a:solidFill>
                <a:schemeClr val="accent1"/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cxnSp>
        <p:nvCxnSpPr>
          <p:cNvPr id="36" name="Straight Connector 62"/>
          <p:cNvCxnSpPr/>
          <p:nvPr/>
        </p:nvCxnSpPr>
        <p:spPr>
          <a:xfrm>
            <a:off x="1320715" y="1507328"/>
            <a:ext cx="0" cy="138492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63"/>
          <p:cNvCxnSpPr/>
          <p:nvPr/>
        </p:nvCxnSpPr>
        <p:spPr>
          <a:xfrm>
            <a:off x="4210306" y="1507328"/>
            <a:ext cx="0" cy="138492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64"/>
          <p:cNvCxnSpPr/>
          <p:nvPr/>
        </p:nvCxnSpPr>
        <p:spPr>
          <a:xfrm>
            <a:off x="7098038" y="1507328"/>
            <a:ext cx="0" cy="138492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组合 38"/>
          <p:cNvGrpSpPr/>
          <p:nvPr/>
        </p:nvGrpSpPr>
        <p:grpSpPr>
          <a:xfrm>
            <a:off x="1740503" y="450599"/>
            <a:ext cx="5061857" cy="698750"/>
            <a:chOff x="6096000" y="2061026"/>
            <a:chExt cx="5061857" cy="698750"/>
          </a:xfrm>
        </p:grpSpPr>
        <p:sp>
          <p:nvSpPr>
            <p:cNvPr id="40" name="文本框 69"/>
            <p:cNvSpPr txBox="1"/>
            <p:nvPr/>
          </p:nvSpPr>
          <p:spPr>
            <a:xfrm>
              <a:off x="6096000" y="2061026"/>
              <a:ext cx="4336315" cy="523220"/>
            </a:xfrm>
            <a:prstGeom prst="rect">
              <a:avLst/>
            </a:prstGeom>
            <a:noFill/>
          </p:spPr>
          <p:txBody>
            <a:bodyPr wrap="non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2800" b="1" dirty="0">
                  <a:solidFill>
                    <a:schemeClr val="accent2"/>
                  </a:solidFill>
                  <a:cs typeface="+mn-ea"/>
                  <a:sym typeface="+mn-lt"/>
                </a:rPr>
                <a:t>Environnement </a:t>
              </a:r>
              <a:r>
                <a:rPr lang="en-US" altLang="zh-CN" sz="2800" b="1" dirty="0" err="1">
                  <a:solidFill>
                    <a:schemeClr val="accent2"/>
                  </a:solidFill>
                  <a:cs typeface="+mn-ea"/>
                  <a:sym typeface="+mn-lt"/>
                </a:rPr>
                <a:t>logiciel</a:t>
              </a:r>
              <a:endParaRPr lang="zh-CN" altLang="en-US" sz="2800" b="1" dirty="0">
                <a:solidFill>
                  <a:schemeClr val="accent2"/>
                </a:solidFill>
                <a:cs typeface="+mn-ea"/>
                <a:sym typeface="+mn-lt"/>
              </a:endParaRPr>
            </a:p>
          </p:txBody>
        </p:sp>
        <p:sp>
          <p:nvSpPr>
            <p:cNvPr id="41" name="文本框 70"/>
            <p:cNvSpPr txBox="1"/>
            <p:nvPr/>
          </p:nvSpPr>
          <p:spPr>
            <a:xfrm>
              <a:off x="6096000" y="2482777"/>
              <a:ext cx="50618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1200" dirty="0">
                  <a:solidFill>
                    <a:schemeClr val="bg1">
                      <a:lumMod val="65000"/>
                    </a:schemeClr>
                  </a:solidFill>
                  <a:cs typeface="+mn-ea"/>
                  <a:sym typeface="+mn-lt"/>
                </a:rPr>
                <a:t>The user can demonstrate on a projector or computer</a:t>
              </a:r>
            </a:p>
          </p:txBody>
        </p:sp>
      </p:grpSp>
      <p:sp>
        <p:nvSpPr>
          <p:cNvPr id="42" name="任意多边形 47"/>
          <p:cNvSpPr/>
          <p:nvPr/>
        </p:nvSpPr>
        <p:spPr>
          <a:xfrm rot="18900000" flipV="1">
            <a:off x="99493" y="160716"/>
            <a:ext cx="1257992" cy="771874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3" name="任意多边形 48"/>
          <p:cNvSpPr/>
          <p:nvPr/>
        </p:nvSpPr>
        <p:spPr>
          <a:xfrm rot="18900000" flipV="1">
            <a:off x="-102618" y="95709"/>
            <a:ext cx="926781" cy="721545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B01ED977-91B9-6A23-DA50-0484261C2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6156" y="3050436"/>
            <a:ext cx="651584" cy="651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lliJ IDEA&quot; Icon - Download for free – Iconduck">
            <a:extLst>
              <a:ext uri="{FF2B5EF4-FFF2-40B4-BE49-F238E27FC236}">
                <a16:creationId xmlns:a16="http://schemas.microsoft.com/office/drawing/2014/main" id="{56FA0805-FBB0-2994-9316-33B35D230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647" y="3083309"/>
            <a:ext cx="691381" cy="691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Image 44">
            <a:extLst>
              <a:ext uri="{FF2B5EF4-FFF2-40B4-BE49-F238E27FC236}">
                <a16:creationId xmlns:a16="http://schemas.microsoft.com/office/drawing/2014/main" id="{E7A5233C-1F30-CA61-2766-9C3F95F0CA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077" y="3093005"/>
            <a:ext cx="713911" cy="713911"/>
          </a:xfrm>
          <a:prstGeom prst="rect">
            <a:avLst/>
          </a:prstGeom>
        </p:spPr>
      </p:pic>
      <p:pic>
        <p:nvPicPr>
          <p:cNvPr id="1056" name="Picture 32" descr="Xampp icon - Free download on Iconfinder">
            <a:extLst>
              <a:ext uri="{FF2B5EF4-FFF2-40B4-BE49-F238E27FC236}">
                <a16:creationId xmlns:a16="http://schemas.microsoft.com/office/drawing/2014/main" id="{FE19CE61-4177-EBA8-7C6A-25D5BF9C2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9950" y="3190112"/>
            <a:ext cx="664055" cy="664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>
            <a:extLst>
              <a:ext uri="{FF2B5EF4-FFF2-40B4-BE49-F238E27FC236}">
                <a16:creationId xmlns:a16="http://schemas.microsoft.com/office/drawing/2014/main" id="{4ED2BF7C-8E35-020C-C1AB-86BA33D751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1353" y="3272199"/>
            <a:ext cx="921045" cy="429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Image 51">
            <a:extLst>
              <a:ext uri="{FF2B5EF4-FFF2-40B4-BE49-F238E27FC236}">
                <a16:creationId xmlns:a16="http://schemas.microsoft.com/office/drawing/2014/main" id="{771EA0E5-855D-264B-7EE3-6A3E8F9DD6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6661" y="175484"/>
            <a:ext cx="1640097" cy="63817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5041797-0799-AA02-2329-56307B21C2B1}"/>
              </a:ext>
            </a:extLst>
          </p:cNvPr>
          <p:cNvSpPr txBox="1"/>
          <p:nvPr/>
        </p:nvSpPr>
        <p:spPr>
          <a:xfrm>
            <a:off x="11068524" y="6488668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11</a:t>
            </a:r>
          </a:p>
        </p:txBody>
      </p:sp>
      <p:pic>
        <p:nvPicPr>
          <p:cNvPr id="44" name="Image 43">
            <a:extLst>
              <a:ext uri="{FF2B5EF4-FFF2-40B4-BE49-F238E27FC236}">
                <a16:creationId xmlns:a16="http://schemas.microsoft.com/office/drawing/2014/main" id="{912BD626-9BBF-F235-408B-E3F6C5AFFCB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1015" y="3193085"/>
            <a:ext cx="704751" cy="704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13878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4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7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3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600"/>
                            </p:stCondLst>
                            <p:childTnLst>
                              <p:par>
                                <p:cTn id="5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1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6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1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6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1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600"/>
                            </p:stCondLst>
                            <p:childTnLst>
                              <p:par>
                                <p:cTn id="7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1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600"/>
                            </p:stCondLst>
                            <p:childTnLst>
                              <p:par>
                                <p:cTn id="8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1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8600"/>
                            </p:stCondLst>
                            <p:childTnLst>
                              <p:par>
                                <p:cTn id="9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91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27" grpId="0"/>
      <p:bldP spid="29" grpId="0"/>
      <p:bldP spid="31" grpId="0"/>
      <p:bldP spid="33" grpId="0"/>
      <p:bldP spid="34" grpId="0"/>
      <p:bldP spid="3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7CBCD-C094-97B4-29EA-605AFD519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897B8844-012B-EC2D-8852-5D76FBD5D138}"/>
              </a:ext>
            </a:extLst>
          </p:cNvPr>
          <p:cNvSpPr/>
          <p:nvPr/>
        </p:nvSpPr>
        <p:spPr>
          <a:xfrm rot="2700000">
            <a:off x="6801763" y="1402622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0" name="任意多边形 19">
            <a:extLst>
              <a:ext uri="{FF2B5EF4-FFF2-40B4-BE49-F238E27FC236}">
                <a16:creationId xmlns:a16="http://schemas.microsoft.com/office/drawing/2014/main" id="{4119FD95-E064-A94F-1AB2-21C96BC57560}"/>
              </a:ext>
            </a:extLst>
          </p:cNvPr>
          <p:cNvSpPr/>
          <p:nvPr/>
        </p:nvSpPr>
        <p:spPr>
          <a:xfrm rot="2700000">
            <a:off x="-4597361" y="329390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gradFill>
            <a:gsLst>
              <a:gs pos="1328">
                <a:srgbClr val="FF0101"/>
              </a:gs>
              <a:gs pos="875">
                <a:srgbClr val="FD0505"/>
              </a:gs>
              <a:gs pos="750">
                <a:srgbClr val="FB0A0A"/>
              </a:gs>
              <a:gs pos="500">
                <a:srgbClr val="F71414"/>
              </a:gs>
              <a:gs pos="0">
                <a:srgbClr val="EF2728"/>
              </a:gs>
              <a:gs pos="0">
                <a:srgbClr val="FF0000"/>
              </a:gs>
              <a:gs pos="68000">
                <a:schemeClr val="accent1">
                  <a:alpha val="87000"/>
                  <a:lumMod val="38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任意多边形 5">
            <a:extLst>
              <a:ext uri="{FF2B5EF4-FFF2-40B4-BE49-F238E27FC236}">
                <a16:creationId xmlns:a16="http://schemas.microsoft.com/office/drawing/2014/main" id="{212D6CA1-8291-5288-C177-8676D52A500E}"/>
              </a:ext>
            </a:extLst>
          </p:cNvPr>
          <p:cNvSpPr/>
          <p:nvPr/>
        </p:nvSpPr>
        <p:spPr>
          <a:xfrm rot="2700000">
            <a:off x="-957419" y="349784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rgbClr val="5D99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任意多边形 11">
            <a:extLst>
              <a:ext uri="{FF2B5EF4-FFF2-40B4-BE49-F238E27FC236}">
                <a16:creationId xmlns:a16="http://schemas.microsoft.com/office/drawing/2014/main" id="{7138DE44-E861-8866-F039-A410F63EA3D3}"/>
              </a:ext>
            </a:extLst>
          </p:cNvPr>
          <p:cNvSpPr/>
          <p:nvPr/>
        </p:nvSpPr>
        <p:spPr>
          <a:xfrm rot="18900000" flipH="1">
            <a:off x="11525844" y="5786883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6295328-75AF-73BA-ACE9-8CC4FBBFCFFD}"/>
              </a:ext>
            </a:extLst>
          </p:cNvPr>
          <p:cNvSpPr txBox="1"/>
          <p:nvPr/>
        </p:nvSpPr>
        <p:spPr>
          <a:xfrm>
            <a:off x="3789971" y="2416811"/>
            <a:ext cx="3104119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dirty="0">
                <a:solidFill>
                  <a:schemeClr val="accent1"/>
                </a:solidFill>
                <a:cs typeface="+mn-ea"/>
                <a:sym typeface="+mn-lt"/>
              </a:rPr>
              <a:t>PARTIE 04</a:t>
            </a:r>
            <a:endParaRPr lang="zh-CN" altLang="en-US" sz="48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8E0C240-F7DF-5C4A-DE7B-DA87664D01BD}"/>
              </a:ext>
            </a:extLst>
          </p:cNvPr>
          <p:cNvSpPr txBox="1"/>
          <p:nvPr/>
        </p:nvSpPr>
        <p:spPr>
          <a:xfrm>
            <a:off x="3010039" y="3201856"/>
            <a:ext cx="8487500" cy="84747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384613" lvl="2">
              <a:lnSpc>
                <a:spcPct val="150000"/>
              </a:lnSpc>
            </a:pPr>
            <a:r>
              <a:rPr lang="en-US" sz="3600" b="1" spc="348" dirty="0">
                <a:solidFill>
                  <a:schemeClr val="bg2">
                    <a:lumMod val="50000"/>
                  </a:schemeClr>
                </a:solidFill>
                <a:latin typeface="DM Sans Bold"/>
              </a:rPr>
              <a:t>Cadre de </a:t>
            </a:r>
            <a:r>
              <a:rPr lang="en-US" sz="3600" b="1" spc="348" dirty="0" err="1">
                <a:solidFill>
                  <a:schemeClr val="bg2">
                    <a:lumMod val="50000"/>
                  </a:schemeClr>
                </a:solidFill>
                <a:latin typeface="DM Sans Bold"/>
              </a:rPr>
              <a:t>projet</a:t>
            </a:r>
            <a:endParaRPr lang="en-US" sz="3600" b="1" spc="348" dirty="0">
              <a:solidFill>
                <a:schemeClr val="bg2">
                  <a:lumMod val="50000"/>
                </a:schemeClr>
              </a:solidFill>
              <a:latin typeface="DM Sans Bold"/>
            </a:endParaRPr>
          </a:p>
        </p:txBody>
      </p:sp>
      <p:sp>
        <p:nvSpPr>
          <p:cNvPr id="17" name="任意多边形 16">
            <a:extLst>
              <a:ext uri="{FF2B5EF4-FFF2-40B4-BE49-F238E27FC236}">
                <a16:creationId xmlns:a16="http://schemas.microsoft.com/office/drawing/2014/main" id="{498F10ED-5D2A-ECDD-9585-B4A823E49BBB}"/>
              </a:ext>
            </a:extLst>
          </p:cNvPr>
          <p:cNvSpPr/>
          <p:nvPr/>
        </p:nvSpPr>
        <p:spPr>
          <a:xfrm rot="2700000">
            <a:off x="8606638" y="1843174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8" name="任意多边形 17">
            <a:extLst>
              <a:ext uri="{FF2B5EF4-FFF2-40B4-BE49-F238E27FC236}">
                <a16:creationId xmlns:a16="http://schemas.microsoft.com/office/drawing/2014/main" id="{0442C267-D781-75A0-3BAC-56442A592379}"/>
              </a:ext>
            </a:extLst>
          </p:cNvPr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487ED257-00D0-A529-7D07-C8D86FBE4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315" y="250575"/>
            <a:ext cx="2724331" cy="1060065"/>
          </a:xfrm>
          <a:prstGeom prst="rect">
            <a:avLst/>
          </a:prstGeom>
        </p:spPr>
      </p:pic>
      <p:sp>
        <p:nvSpPr>
          <p:cNvPr id="3" name="任意多边形 16">
            <a:extLst>
              <a:ext uri="{FF2B5EF4-FFF2-40B4-BE49-F238E27FC236}">
                <a16:creationId xmlns:a16="http://schemas.microsoft.com/office/drawing/2014/main" id="{F22A3507-D229-CE61-B49C-0F3D00CC096D}"/>
              </a:ext>
            </a:extLst>
          </p:cNvPr>
          <p:cNvSpPr/>
          <p:nvPr/>
        </p:nvSpPr>
        <p:spPr>
          <a:xfrm rot="2700000">
            <a:off x="6778836" y="5087624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任意多边形 16">
            <a:extLst>
              <a:ext uri="{FF2B5EF4-FFF2-40B4-BE49-F238E27FC236}">
                <a16:creationId xmlns:a16="http://schemas.microsoft.com/office/drawing/2014/main" id="{94CB140C-B8B1-0B88-917F-7D5A286682A8}"/>
              </a:ext>
            </a:extLst>
          </p:cNvPr>
          <p:cNvSpPr/>
          <p:nvPr/>
        </p:nvSpPr>
        <p:spPr>
          <a:xfrm rot="2700000">
            <a:off x="4093979" y="317216"/>
            <a:ext cx="820083" cy="82417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153507B-3FA3-0ED1-B7F5-372FEA26BE7F}"/>
              </a:ext>
            </a:extLst>
          </p:cNvPr>
          <p:cNvSpPr txBox="1"/>
          <p:nvPr/>
        </p:nvSpPr>
        <p:spPr>
          <a:xfrm>
            <a:off x="11068524" y="6488668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49127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6" grpId="0" animBg="1"/>
      <p:bldP spid="12" grpId="0" animBg="1"/>
      <p:bldP spid="13" grpId="0"/>
      <p:bldP spid="14" grpId="0"/>
      <p:bldP spid="17" grpId="0" animBg="1"/>
      <p:bldP spid="18" grpId="0" animBg="1"/>
      <p:bldP spid="3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Flèche : droite 34">
            <a:extLst>
              <a:ext uri="{FF2B5EF4-FFF2-40B4-BE49-F238E27FC236}">
                <a16:creationId xmlns:a16="http://schemas.microsoft.com/office/drawing/2014/main" id="{38D7E459-9AF8-FF70-8EE3-981D13E0E188}"/>
              </a:ext>
            </a:extLst>
          </p:cNvPr>
          <p:cNvSpPr/>
          <p:nvPr/>
        </p:nvSpPr>
        <p:spPr>
          <a:xfrm>
            <a:off x="3002930" y="4016776"/>
            <a:ext cx="437457" cy="21914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Flèche : droite 33">
            <a:extLst>
              <a:ext uri="{FF2B5EF4-FFF2-40B4-BE49-F238E27FC236}">
                <a16:creationId xmlns:a16="http://schemas.microsoft.com/office/drawing/2014/main" id="{C1BE3D62-5763-49C3-04BE-0C8E8BA88382}"/>
              </a:ext>
            </a:extLst>
          </p:cNvPr>
          <p:cNvSpPr/>
          <p:nvPr/>
        </p:nvSpPr>
        <p:spPr>
          <a:xfrm>
            <a:off x="3006783" y="3428999"/>
            <a:ext cx="437457" cy="21914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Flèche : virage 32">
            <a:extLst>
              <a:ext uri="{FF2B5EF4-FFF2-40B4-BE49-F238E27FC236}">
                <a16:creationId xmlns:a16="http://schemas.microsoft.com/office/drawing/2014/main" id="{BA7193FA-BC06-04E6-9636-BC4B4A25FD6E}"/>
              </a:ext>
            </a:extLst>
          </p:cNvPr>
          <p:cNvSpPr/>
          <p:nvPr/>
        </p:nvSpPr>
        <p:spPr>
          <a:xfrm flipV="1">
            <a:off x="2431350" y="3248387"/>
            <a:ext cx="5707626" cy="2066252"/>
          </a:xfrm>
          <a:prstGeom prst="bentArrow">
            <a:avLst>
              <a:gd name="adj1" fmla="val 25000"/>
              <a:gd name="adj2" fmla="val 24111"/>
              <a:gd name="adj3" fmla="val 25000"/>
              <a:gd name="adj4" fmla="val 43750"/>
            </a:avLst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0" name="Flèche : virage 29">
            <a:extLst>
              <a:ext uri="{FF2B5EF4-FFF2-40B4-BE49-F238E27FC236}">
                <a16:creationId xmlns:a16="http://schemas.microsoft.com/office/drawing/2014/main" id="{7892A6A2-37C8-3E23-CC06-821AF1D19AB4}"/>
              </a:ext>
            </a:extLst>
          </p:cNvPr>
          <p:cNvSpPr/>
          <p:nvPr/>
        </p:nvSpPr>
        <p:spPr>
          <a:xfrm>
            <a:off x="2431350" y="2304987"/>
            <a:ext cx="5622237" cy="1834285"/>
          </a:xfrm>
          <a:prstGeom prst="bentArrow">
            <a:avLst>
              <a:gd name="adj1" fmla="val 25000"/>
              <a:gd name="adj2" fmla="val 24111"/>
              <a:gd name="adj3" fmla="val 25000"/>
              <a:gd name="adj4" fmla="val 43750"/>
            </a:avLst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0" name="任意多边形 19"/>
          <p:cNvSpPr/>
          <p:nvPr/>
        </p:nvSpPr>
        <p:spPr>
          <a:xfrm rot="13483045">
            <a:off x="10809708" y="434466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gradFill flip="none" rotWithShape="1">
            <a:gsLst>
              <a:gs pos="0">
                <a:srgbClr val="DB1E37">
                  <a:shade val="30000"/>
                  <a:satMod val="115000"/>
                </a:srgbClr>
              </a:gs>
              <a:gs pos="50000">
                <a:srgbClr val="DB1E37">
                  <a:shade val="67500"/>
                  <a:satMod val="115000"/>
                </a:srgbClr>
              </a:gs>
              <a:gs pos="100000">
                <a:srgbClr val="DB1E37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文本框 69">
            <a:extLst>
              <a:ext uri="{FF2B5EF4-FFF2-40B4-BE49-F238E27FC236}">
                <a16:creationId xmlns:a16="http://schemas.microsoft.com/office/drawing/2014/main" id="{BE6A4E00-EE44-01AB-1481-946B77D2BDA1}"/>
              </a:ext>
            </a:extLst>
          </p:cNvPr>
          <p:cNvSpPr txBox="1"/>
          <p:nvPr/>
        </p:nvSpPr>
        <p:spPr>
          <a:xfrm>
            <a:off x="1740503" y="450599"/>
            <a:ext cx="4644669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800" b="1" dirty="0" err="1">
                <a:solidFill>
                  <a:schemeClr val="accent2"/>
                </a:solidFill>
                <a:cs typeface="+mn-ea"/>
                <a:sym typeface="+mn-lt"/>
              </a:rPr>
              <a:t>Méthodologie</a:t>
            </a:r>
            <a:r>
              <a:rPr lang="en-US" altLang="zh-CN" sz="2800" b="1" dirty="0">
                <a:solidFill>
                  <a:schemeClr val="accent2"/>
                </a:solidFill>
                <a:cs typeface="+mn-ea"/>
                <a:sym typeface="+mn-lt"/>
              </a:rPr>
              <a:t> de travail </a:t>
            </a:r>
            <a:endParaRPr lang="zh-CN" altLang="en-US" sz="2800" b="1" dirty="0">
              <a:solidFill>
                <a:schemeClr val="accent2"/>
              </a:solidFill>
              <a:cs typeface="+mn-ea"/>
              <a:sym typeface="+mn-lt"/>
            </a:endParaRPr>
          </a:p>
        </p:txBody>
      </p:sp>
      <p:sp>
        <p:nvSpPr>
          <p:cNvPr id="5" name="任意多边形 47">
            <a:extLst>
              <a:ext uri="{FF2B5EF4-FFF2-40B4-BE49-F238E27FC236}">
                <a16:creationId xmlns:a16="http://schemas.microsoft.com/office/drawing/2014/main" id="{FB58D10F-FEE9-7B93-5701-E8AAAD61E269}"/>
              </a:ext>
            </a:extLst>
          </p:cNvPr>
          <p:cNvSpPr/>
          <p:nvPr/>
        </p:nvSpPr>
        <p:spPr>
          <a:xfrm rot="18900000" flipV="1">
            <a:off x="99493" y="160716"/>
            <a:ext cx="1257992" cy="771874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任意多边形 48">
            <a:extLst>
              <a:ext uri="{FF2B5EF4-FFF2-40B4-BE49-F238E27FC236}">
                <a16:creationId xmlns:a16="http://schemas.microsoft.com/office/drawing/2014/main" id="{0076FBE0-1DCD-C80B-A2A8-A7BEA2691582}"/>
              </a:ext>
            </a:extLst>
          </p:cNvPr>
          <p:cNvSpPr/>
          <p:nvPr/>
        </p:nvSpPr>
        <p:spPr>
          <a:xfrm rot="18900000" flipV="1">
            <a:off x="-102618" y="95709"/>
            <a:ext cx="926781" cy="721545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B9921E-4C71-2986-A627-AA5DE68A64E7}"/>
              </a:ext>
            </a:extLst>
          </p:cNvPr>
          <p:cNvSpPr/>
          <p:nvPr/>
        </p:nvSpPr>
        <p:spPr>
          <a:xfrm>
            <a:off x="1600200" y="2011683"/>
            <a:ext cx="6932864" cy="3489953"/>
          </a:xfrm>
          <a:prstGeom prst="rect">
            <a:avLst/>
          </a:prstGeom>
          <a:noFill/>
          <a:ln w="38100">
            <a:solidFill>
              <a:srgbClr val="0A495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DA32E1-BDF6-8B15-8720-BC51433745D5}"/>
              </a:ext>
            </a:extLst>
          </p:cNvPr>
          <p:cNvSpPr/>
          <p:nvPr/>
        </p:nvSpPr>
        <p:spPr>
          <a:xfrm>
            <a:off x="318136" y="2952749"/>
            <a:ext cx="2844734" cy="171412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1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1">
                  <a:lumMod val="60000"/>
                  <a:lumOff val="40000"/>
                  <a:shade val="100000"/>
                  <a:satMod val="115000"/>
                </a:schemeClr>
              </a:gs>
            </a:gsLst>
            <a:lin ang="2700000" scaled="1"/>
            <a:tileRect/>
          </a:gradFill>
          <a:ln w="7620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fr-FR" sz="3200" b="1" dirty="0">
                <a:solidFill>
                  <a:schemeClr val="bg1"/>
                </a:solidFill>
              </a:rPr>
              <a:t>SCRUM</a:t>
            </a:r>
          </a:p>
          <a:p>
            <a:pPr algn="ctr">
              <a:lnSpc>
                <a:spcPct val="150000"/>
              </a:lnSpc>
            </a:pPr>
            <a:r>
              <a:rPr lang="fr-FR" sz="1400" b="1" dirty="0">
                <a:solidFill>
                  <a:srgbClr val="0A4955"/>
                </a:solidFill>
              </a:rPr>
              <a:t>Méthodologie agile Scrum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39B2D474-ECC8-2442-940D-B4DE62C86D82}"/>
              </a:ext>
            </a:extLst>
          </p:cNvPr>
          <p:cNvCxnSpPr/>
          <p:nvPr/>
        </p:nvCxnSpPr>
        <p:spPr>
          <a:xfrm>
            <a:off x="652272" y="3986784"/>
            <a:ext cx="207873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7AD91E16-4896-A90C-ECB8-ED933D1462B6}"/>
              </a:ext>
            </a:extLst>
          </p:cNvPr>
          <p:cNvSpPr txBox="1"/>
          <p:nvPr/>
        </p:nvSpPr>
        <p:spPr>
          <a:xfrm>
            <a:off x="3554762" y="2537203"/>
            <a:ext cx="4541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i="0" dirty="0">
                <a:solidFill>
                  <a:schemeClr val="bg1"/>
                </a:solidFill>
                <a:effectLst/>
                <a:latin typeface="DeepSeek-CJK-patch"/>
              </a:rPr>
              <a:t>Transparence totale via des outils comme Jira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EE85935-4474-E87A-17DB-4BD31C0B24A7}"/>
              </a:ext>
            </a:extLst>
          </p:cNvPr>
          <p:cNvSpPr txBox="1"/>
          <p:nvPr/>
        </p:nvSpPr>
        <p:spPr>
          <a:xfrm>
            <a:off x="3494121" y="3339710"/>
            <a:ext cx="5514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i="0" dirty="0">
                <a:solidFill>
                  <a:srgbClr val="0A4955"/>
                </a:solidFill>
                <a:effectLst/>
                <a:latin typeface="DeepSeek-CJK-patch"/>
              </a:rPr>
              <a:t>Rôles clairs</a:t>
            </a:r>
            <a:r>
              <a:rPr lang="fr-FR" sz="1600" b="0" i="0" dirty="0">
                <a:solidFill>
                  <a:srgbClr val="0A4955"/>
                </a:solidFill>
                <a:effectLst/>
                <a:latin typeface="DeepSeek-CJK-patch"/>
              </a:rPr>
              <a:t> (Product </a:t>
            </a:r>
            <a:r>
              <a:rPr lang="fr-FR" sz="1600" b="0" i="0" dirty="0" err="1">
                <a:solidFill>
                  <a:srgbClr val="0A4955"/>
                </a:solidFill>
                <a:effectLst/>
                <a:latin typeface="DeepSeek-CJK-patch"/>
              </a:rPr>
              <a:t>Owner</a:t>
            </a:r>
            <a:r>
              <a:rPr lang="fr-FR" sz="1600" b="0" i="0" dirty="0">
                <a:solidFill>
                  <a:srgbClr val="0A4955"/>
                </a:solidFill>
                <a:effectLst/>
                <a:latin typeface="DeepSeek-CJK-patch"/>
              </a:rPr>
              <a:t>, Scrum Master, équipe dev)</a:t>
            </a:r>
            <a:endParaRPr lang="fr-FR" sz="1600" dirty="0">
              <a:solidFill>
                <a:srgbClr val="0A4955"/>
              </a:solidFill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E906CAE9-8CFE-8227-BE83-5BC95D14132C}"/>
              </a:ext>
            </a:extLst>
          </p:cNvPr>
          <p:cNvSpPr txBox="1"/>
          <p:nvPr/>
        </p:nvSpPr>
        <p:spPr>
          <a:xfrm>
            <a:off x="3562158" y="3918857"/>
            <a:ext cx="5514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i="0" dirty="0">
                <a:solidFill>
                  <a:srgbClr val="0A4955"/>
                </a:solidFill>
                <a:effectLst/>
                <a:latin typeface="DeepSeek-CJK-patch"/>
              </a:rPr>
              <a:t>Daily meeting </a:t>
            </a:r>
            <a:r>
              <a:rPr lang="fr-FR" sz="1600" i="0" dirty="0">
                <a:solidFill>
                  <a:srgbClr val="0A4955"/>
                </a:solidFill>
                <a:effectLst/>
                <a:latin typeface="DeepSeek-CJK-patch"/>
              </a:rPr>
              <a:t>(30 – 40 min ) </a:t>
            </a:r>
            <a:endParaRPr lang="fr-FR" sz="1600" dirty="0">
              <a:solidFill>
                <a:srgbClr val="0A4955"/>
              </a:solidFill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EDF90A1-0076-5E49-D140-79B0FD55EDD1}"/>
              </a:ext>
            </a:extLst>
          </p:cNvPr>
          <p:cNvSpPr txBox="1"/>
          <p:nvPr/>
        </p:nvSpPr>
        <p:spPr>
          <a:xfrm>
            <a:off x="3562158" y="4616748"/>
            <a:ext cx="55147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i="0" dirty="0">
                <a:solidFill>
                  <a:schemeClr val="bg1"/>
                </a:solidFill>
                <a:effectLst/>
                <a:latin typeface="DeepSeek-CJK-patch"/>
              </a:rPr>
              <a:t>Démonstration du travail aux parties prenantes</a:t>
            </a:r>
            <a:endParaRPr lang="fr-FR" sz="1600" b="1" dirty="0">
              <a:solidFill>
                <a:schemeClr val="bg1"/>
              </a:solidFill>
            </a:endParaRPr>
          </a:p>
        </p:txBody>
      </p:sp>
      <p:sp>
        <p:nvSpPr>
          <p:cNvPr id="36" name="Flèche : droite 35">
            <a:extLst>
              <a:ext uri="{FF2B5EF4-FFF2-40B4-BE49-F238E27FC236}">
                <a16:creationId xmlns:a16="http://schemas.microsoft.com/office/drawing/2014/main" id="{4FCF5F04-43C2-9D26-BF3F-4C8BB6BD72F7}"/>
              </a:ext>
            </a:extLst>
          </p:cNvPr>
          <p:cNvSpPr/>
          <p:nvPr/>
        </p:nvSpPr>
        <p:spPr>
          <a:xfrm>
            <a:off x="3221658" y="2629447"/>
            <a:ext cx="227847" cy="182667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Flèche : droite 36">
            <a:extLst>
              <a:ext uri="{FF2B5EF4-FFF2-40B4-BE49-F238E27FC236}">
                <a16:creationId xmlns:a16="http://schemas.microsoft.com/office/drawing/2014/main" id="{65313215-04B5-4A1B-514C-4D61BD84BC63}"/>
              </a:ext>
            </a:extLst>
          </p:cNvPr>
          <p:cNvSpPr/>
          <p:nvPr/>
        </p:nvSpPr>
        <p:spPr>
          <a:xfrm>
            <a:off x="3223262" y="4772635"/>
            <a:ext cx="227847" cy="182667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8" name="Image 37">
            <a:extLst>
              <a:ext uri="{FF2B5EF4-FFF2-40B4-BE49-F238E27FC236}">
                <a16:creationId xmlns:a16="http://schemas.microsoft.com/office/drawing/2014/main" id="{7F29CD22-1655-A935-612E-FA1D2C32F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8849" y="327174"/>
            <a:ext cx="1702245" cy="662361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232842F1-C897-78A3-E717-342044B615A4}"/>
              </a:ext>
            </a:extLst>
          </p:cNvPr>
          <p:cNvSpPr txBox="1"/>
          <p:nvPr/>
        </p:nvSpPr>
        <p:spPr>
          <a:xfrm>
            <a:off x="11363164" y="6488668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6274297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603B3-B373-3425-F6DF-AB526B3AA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939BF4F-7AB6-88D3-8F67-2ACFC5E27F40}"/>
              </a:ext>
            </a:extLst>
          </p:cNvPr>
          <p:cNvSpPr/>
          <p:nvPr/>
        </p:nvSpPr>
        <p:spPr>
          <a:xfrm>
            <a:off x="0" y="0"/>
            <a:ext cx="12192000" cy="325430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0" name="任意多边形 19">
            <a:extLst>
              <a:ext uri="{FF2B5EF4-FFF2-40B4-BE49-F238E27FC236}">
                <a16:creationId xmlns:a16="http://schemas.microsoft.com/office/drawing/2014/main" id="{9D3CCC50-4A5A-8793-9A29-90BC9C3CE6DD}"/>
              </a:ext>
            </a:extLst>
          </p:cNvPr>
          <p:cNvSpPr/>
          <p:nvPr/>
        </p:nvSpPr>
        <p:spPr>
          <a:xfrm rot="2700000">
            <a:off x="2347021" y="781121"/>
            <a:ext cx="732670" cy="732906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任意多边形 11">
            <a:extLst>
              <a:ext uri="{FF2B5EF4-FFF2-40B4-BE49-F238E27FC236}">
                <a16:creationId xmlns:a16="http://schemas.microsoft.com/office/drawing/2014/main" id="{033651B6-F032-943B-75D5-91C06ABCE094}"/>
              </a:ext>
            </a:extLst>
          </p:cNvPr>
          <p:cNvSpPr/>
          <p:nvPr/>
        </p:nvSpPr>
        <p:spPr>
          <a:xfrm rot="18900000" flipH="1">
            <a:off x="11816493" y="6132260"/>
            <a:ext cx="751014" cy="657219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rgbClr val="0A4955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8" name="任意多边形 17">
            <a:extLst>
              <a:ext uri="{FF2B5EF4-FFF2-40B4-BE49-F238E27FC236}">
                <a16:creationId xmlns:a16="http://schemas.microsoft.com/office/drawing/2014/main" id="{5A2FD260-6FF3-4307-9DAF-B5B790E21965}"/>
              </a:ext>
            </a:extLst>
          </p:cNvPr>
          <p:cNvSpPr/>
          <p:nvPr/>
        </p:nvSpPr>
        <p:spPr>
          <a:xfrm rot="2700000">
            <a:off x="4226137" y="4108256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43C45EDB-4F84-536E-6187-9D5F58680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9026" y="234171"/>
            <a:ext cx="1234112" cy="480206"/>
          </a:xfrm>
          <a:prstGeom prst="rect">
            <a:avLst/>
          </a:prstGeom>
        </p:spPr>
      </p:pic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6E83183E-0BF3-F20A-F0EB-02402648D972}"/>
              </a:ext>
            </a:extLst>
          </p:cNvPr>
          <p:cNvSpPr/>
          <p:nvPr/>
        </p:nvSpPr>
        <p:spPr>
          <a:xfrm>
            <a:off x="1445062" y="2270209"/>
            <a:ext cx="2611479" cy="325430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7DA1F70E-EBDA-2F76-1321-C50C59E23731}"/>
              </a:ext>
            </a:extLst>
          </p:cNvPr>
          <p:cNvSpPr/>
          <p:nvPr/>
        </p:nvSpPr>
        <p:spPr>
          <a:xfrm>
            <a:off x="5133953" y="2313408"/>
            <a:ext cx="2611479" cy="325430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19C457D2-2702-FBDB-FCFB-BF850E72C641}"/>
              </a:ext>
            </a:extLst>
          </p:cNvPr>
          <p:cNvSpPr/>
          <p:nvPr/>
        </p:nvSpPr>
        <p:spPr>
          <a:xfrm>
            <a:off x="8905147" y="2317639"/>
            <a:ext cx="2611479" cy="3250073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2" name="Image 41">
            <a:extLst>
              <a:ext uri="{FF2B5EF4-FFF2-40B4-BE49-F238E27FC236}">
                <a16:creationId xmlns:a16="http://schemas.microsoft.com/office/drawing/2014/main" id="{AEAB0F18-F01D-2830-593B-0A8027ED47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912" y="2887985"/>
            <a:ext cx="1847562" cy="1847562"/>
          </a:xfrm>
          <a:prstGeom prst="rect">
            <a:avLst/>
          </a:prstGeom>
        </p:spPr>
      </p:pic>
      <p:pic>
        <p:nvPicPr>
          <p:cNvPr id="44" name="Image 43">
            <a:extLst>
              <a:ext uri="{FF2B5EF4-FFF2-40B4-BE49-F238E27FC236}">
                <a16:creationId xmlns:a16="http://schemas.microsoft.com/office/drawing/2014/main" id="{7CF433EA-ABCA-C123-8366-58E20211185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3455" y="2974908"/>
            <a:ext cx="2401321" cy="1800991"/>
          </a:xfrm>
          <a:prstGeom prst="rect">
            <a:avLst/>
          </a:prstGeom>
        </p:spPr>
      </p:pic>
      <p:sp>
        <p:nvSpPr>
          <p:cNvPr id="48" name="ZoneTexte 47">
            <a:extLst>
              <a:ext uri="{FF2B5EF4-FFF2-40B4-BE49-F238E27FC236}">
                <a16:creationId xmlns:a16="http://schemas.microsoft.com/office/drawing/2014/main" id="{AF04782E-AF5C-236F-E45B-78F2B9444DAA}"/>
              </a:ext>
            </a:extLst>
          </p:cNvPr>
          <p:cNvSpPr txBox="1"/>
          <p:nvPr/>
        </p:nvSpPr>
        <p:spPr>
          <a:xfrm>
            <a:off x="1562498" y="4860173"/>
            <a:ext cx="28004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Mr. OUSSEMA LAMINE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9D6A6D-6BD4-B0F5-6CD4-AF112D73C466}"/>
              </a:ext>
            </a:extLst>
          </p:cNvPr>
          <p:cNvSpPr txBox="1"/>
          <p:nvPr/>
        </p:nvSpPr>
        <p:spPr>
          <a:xfrm>
            <a:off x="2026228" y="2408835"/>
            <a:ext cx="1540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rgbClr val="006666"/>
                </a:solidFill>
              </a:rPr>
              <a:t>Product </a:t>
            </a:r>
            <a:r>
              <a:rPr lang="fr-FR" sz="1400" b="1" dirty="0" err="1">
                <a:solidFill>
                  <a:srgbClr val="006666"/>
                </a:solidFill>
              </a:rPr>
              <a:t>owner</a:t>
            </a:r>
            <a:endParaRPr lang="fr-FR" sz="1400" b="1" dirty="0">
              <a:solidFill>
                <a:srgbClr val="006666"/>
              </a:solidFill>
            </a:endParaRP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AA886623-62CE-0AD6-7E4C-C907B4E2DFCA}"/>
              </a:ext>
            </a:extLst>
          </p:cNvPr>
          <p:cNvSpPr txBox="1"/>
          <p:nvPr/>
        </p:nvSpPr>
        <p:spPr>
          <a:xfrm>
            <a:off x="5765103" y="2455776"/>
            <a:ext cx="1540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rgbClr val="006666"/>
                </a:solidFill>
              </a:rPr>
              <a:t>Scrum master</a:t>
            </a:r>
          </a:p>
        </p:txBody>
      </p:sp>
      <p:sp>
        <p:nvSpPr>
          <p:cNvPr id="51" name="ZoneTexte 50">
            <a:extLst>
              <a:ext uri="{FF2B5EF4-FFF2-40B4-BE49-F238E27FC236}">
                <a16:creationId xmlns:a16="http://schemas.microsoft.com/office/drawing/2014/main" id="{30074FBF-7FAC-EEDC-85F0-23C1EEAA206D}"/>
              </a:ext>
            </a:extLst>
          </p:cNvPr>
          <p:cNvSpPr txBox="1"/>
          <p:nvPr/>
        </p:nvSpPr>
        <p:spPr>
          <a:xfrm>
            <a:off x="5251135" y="4859474"/>
            <a:ext cx="2568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Mr. OUSSEMA LAMINE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08755DE0-7F1C-9D5F-1BAE-56030F986874}"/>
              </a:ext>
            </a:extLst>
          </p:cNvPr>
          <p:cNvSpPr txBox="1"/>
          <p:nvPr/>
        </p:nvSpPr>
        <p:spPr>
          <a:xfrm>
            <a:off x="9594108" y="2492386"/>
            <a:ext cx="1540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>
                <a:solidFill>
                  <a:srgbClr val="006666"/>
                </a:solidFill>
              </a:rPr>
              <a:t>Equipe dev</a:t>
            </a: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0145734F-B2DE-BC75-EF99-DD2268352585}"/>
              </a:ext>
            </a:extLst>
          </p:cNvPr>
          <p:cNvSpPr txBox="1"/>
          <p:nvPr/>
        </p:nvSpPr>
        <p:spPr>
          <a:xfrm>
            <a:off x="9464126" y="4819098"/>
            <a:ext cx="23390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chemeClr val="accent1">
                    <a:lumMod val="50000"/>
                  </a:schemeClr>
                </a:solidFill>
              </a:rPr>
              <a:t>DREAM TEAM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A274C696-DD2F-6B64-83F7-5C3054E668ED}"/>
              </a:ext>
            </a:extLst>
          </p:cNvPr>
          <p:cNvSpPr txBox="1"/>
          <p:nvPr/>
        </p:nvSpPr>
        <p:spPr>
          <a:xfrm>
            <a:off x="3397083" y="641126"/>
            <a:ext cx="55080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dirty="0">
                <a:solidFill>
                  <a:schemeClr val="bg1"/>
                </a:solidFill>
              </a:rPr>
              <a:t>EQUIPE SCRUM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E84FD1-1637-1190-EE43-BC664FADD528}"/>
              </a:ext>
            </a:extLst>
          </p:cNvPr>
          <p:cNvSpPr txBox="1"/>
          <p:nvPr/>
        </p:nvSpPr>
        <p:spPr>
          <a:xfrm>
            <a:off x="3877065" y="1471459"/>
            <a:ext cx="4936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0" dirty="0">
                <a:solidFill>
                  <a:schemeClr val="bg2">
                    <a:lumMod val="85000"/>
                  </a:schemeClr>
                </a:solidFill>
                <a:effectLst/>
                <a:latin typeface="DeepSeek-CJK-patch"/>
              </a:rPr>
              <a:t>Notre Équipe Scrum : Votre Garantie Qualité</a:t>
            </a:r>
          </a:p>
          <a:p>
            <a:endParaRPr lang="fr-FR" dirty="0"/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9A209988-1CE3-470B-080E-864D8E56F519}"/>
              </a:ext>
            </a:extLst>
          </p:cNvPr>
          <p:cNvSpPr/>
          <p:nvPr/>
        </p:nvSpPr>
        <p:spPr>
          <a:xfrm>
            <a:off x="2515236" y="5181719"/>
            <a:ext cx="716280" cy="716280"/>
          </a:xfrm>
          <a:prstGeom prst="ellipse">
            <a:avLst/>
          </a:prstGeom>
          <a:ln w="571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6" name="Image 75">
            <a:extLst>
              <a:ext uri="{FF2B5EF4-FFF2-40B4-BE49-F238E27FC236}">
                <a16:creationId xmlns:a16="http://schemas.microsoft.com/office/drawing/2014/main" id="{57157C61-B4E4-B102-45F4-87A6ACCD38F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  <a14:imgEffect>
                      <a14:colorTemperature colorTemp="8304"/>
                    </a14:imgEffect>
                    <a14:imgEffect>
                      <a14:saturation sat="28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933" y="5325580"/>
            <a:ext cx="371352" cy="371352"/>
          </a:xfrm>
          <a:prstGeom prst="rect">
            <a:avLst/>
          </a:prstGeom>
        </p:spPr>
      </p:pic>
      <p:sp>
        <p:nvSpPr>
          <p:cNvPr id="78" name="Ellipse 77">
            <a:extLst>
              <a:ext uri="{FF2B5EF4-FFF2-40B4-BE49-F238E27FC236}">
                <a16:creationId xmlns:a16="http://schemas.microsoft.com/office/drawing/2014/main" id="{CB15AC90-17B6-7EC0-0324-EDEBF029A45C}"/>
              </a:ext>
            </a:extLst>
          </p:cNvPr>
          <p:cNvSpPr/>
          <p:nvPr/>
        </p:nvSpPr>
        <p:spPr>
          <a:xfrm>
            <a:off x="6046145" y="5246704"/>
            <a:ext cx="716280" cy="716280"/>
          </a:xfrm>
          <a:prstGeom prst="ellipse">
            <a:avLst/>
          </a:prstGeom>
          <a:ln w="571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5FEC79D6-D963-EB31-A564-4F77C523BFD8}"/>
              </a:ext>
            </a:extLst>
          </p:cNvPr>
          <p:cNvSpPr/>
          <p:nvPr/>
        </p:nvSpPr>
        <p:spPr>
          <a:xfrm>
            <a:off x="9852746" y="5200851"/>
            <a:ext cx="716280" cy="716280"/>
          </a:xfrm>
          <a:prstGeom prst="ellipse">
            <a:avLst/>
          </a:prstGeom>
          <a:ln w="571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1" name="Image 80">
            <a:extLst>
              <a:ext uri="{FF2B5EF4-FFF2-40B4-BE49-F238E27FC236}">
                <a16:creationId xmlns:a16="http://schemas.microsoft.com/office/drawing/2014/main" id="{0933AFA1-5551-6B54-97F2-3FFF3643B33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5142" y="5401051"/>
            <a:ext cx="909102" cy="417695"/>
          </a:xfrm>
          <a:prstGeom prst="rect">
            <a:avLst/>
          </a:prstGeom>
        </p:spPr>
      </p:pic>
      <p:pic>
        <p:nvPicPr>
          <p:cNvPr id="1026" name="Picture 2" descr="Developer Team Icon - Free Download People Icons | IconScout">
            <a:extLst>
              <a:ext uri="{FF2B5EF4-FFF2-40B4-BE49-F238E27FC236}">
                <a16:creationId xmlns:a16="http://schemas.microsoft.com/office/drawing/2014/main" id="{33B43BAB-0889-C580-7FD8-F4E1B8A5A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2178" y="5365626"/>
            <a:ext cx="371272" cy="371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" name="任意多边形 17">
            <a:extLst>
              <a:ext uri="{FF2B5EF4-FFF2-40B4-BE49-F238E27FC236}">
                <a16:creationId xmlns:a16="http://schemas.microsoft.com/office/drawing/2014/main" id="{AB614468-FAA6-4320-4DD2-C214FA8C78BB}"/>
              </a:ext>
            </a:extLst>
          </p:cNvPr>
          <p:cNvSpPr/>
          <p:nvPr/>
        </p:nvSpPr>
        <p:spPr>
          <a:xfrm rot="2700000">
            <a:off x="7947248" y="4172171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83" name="任意多边形 19">
            <a:extLst>
              <a:ext uri="{FF2B5EF4-FFF2-40B4-BE49-F238E27FC236}">
                <a16:creationId xmlns:a16="http://schemas.microsoft.com/office/drawing/2014/main" id="{4B531D76-9D56-D426-F7C3-167B9FF433E0}"/>
              </a:ext>
            </a:extLst>
          </p:cNvPr>
          <p:cNvSpPr/>
          <p:nvPr/>
        </p:nvSpPr>
        <p:spPr>
          <a:xfrm rot="13417290">
            <a:off x="8927253" y="722620"/>
            <a:ext cx="732670" cy="732906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cxnSp>
        <p:nvCxnSpPr>
          <p:cNvPr id="86" name="Connecteur droit 85">
            <a:extLst>
              <a:ext uri="{FF2B5EF4-FFF2-40B4-BE49-F238E27FC236}">
                <a16:creationId xmlns:a16="http://schemas.microsoft.com/office/drawing/2014/main" id="{2F2F1D0D-7397-AB4D-8E0E-39067AC1B188}"/>
              </a:ext>
            </a:extLst>
          </p:cNvPr>
          <p:cNvCxnSpPr>
            <a:cxnSpLocks/>
          </p:cNvCxnSpPr>
          <p:nvPr/>
        </p:nvCxnSpPr>
        <p:spPr>
          <a:xfrm>
            <a:off x="3732674" y="1471459"/>
            <a:ext cx="4504935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F11EC1D2-9144-2774-C241-CF3EB1DAA50E}"/>
              </a:ext>
            </a:extLst>
          </p:cNvPr>
          <p:cNvSpPr txBox="1"/>
          <p:nvPr/>
        </p:nvSpPr>
        <p:spPr>
          <a:xfrm>
            <a:off x="11068524" y="6488668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14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1A91F3D-9888-CD55-D2EA-2348977D39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9890" y="2887985"/>
            <a:ext cx="1847562" cy="184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9415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2" grpId="0" animBg="1"/>
      <p:bldP spid="18" grpId="0" animBg="1"/>
      <p:bldP spid="82" grpId="0" animBg="1"/>
      <p:bldP spid="8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>
          <a:extLst>
            <a:ext uri="{FF2B5EF4-FFF2-40B4-BE49-F238E27FC236}">
              <a16:creationId xmlns:a16="http://schemas.microsoft.com/office/drawing/2014/main" id="{96122EBA-C832-C00B-BB37-A5D6E3966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8CDCF5-561E-0A51-0AE3-17A13689BFA7}"/>
              </a:ext>
            </a:extLst>
          </p:cNvPr>
          <p:cNvSpPr/>
          <p:nvPr/>
        </p:nvSpPr>
        <p:spPr>
          <a:xfrm>
            <a:off x="-1" y="-101600"/>
            <a:ext cx="12294759" cy="16459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07" name="Titre 706">
            <a:extLst>
              <a:ext uri="{FF2B5EF4-FFF2-40B4-BE49-F238E27FC236}">
                <a16:creationId xmlns:a16="http://schemas.microsoft.com/office/drawing/2014/main" id="{A47532B5-BA98-CB23-B550-E47AA912E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0178" y="287658"/>
            <a:ext cx="7390614" cy="763600"/>
          </a:xfrm>
        </p:spPr>
        <p:txBody>
          <a:bodyPr/>
          <a:lstStyle/>
          <a:p>
            <a:pPr algn="ctr"/>
            <a:r>
              <a:rPr lang="fr-FR" sz="2400" b="1" dirty="0">
                <a:solidFill>
                  <a:schemeClr val="accent1">
                    <a:lumMod val="50000"/>
                  </a:schemeClr>
                </a:solidFill>
              </a:rPr>
              <a:t>Planification des sprints</a:t>
            </a:r>
          </a:p>
        </p:txBody>
      </p:sp>
      <p:pic>
        <p:nvPicPr>
          <p:cNvPr id="713" name="Image 712">
            <a:extLst>
              <a:ext uri="{FF2B5EF4-FFF2-40B4-BE49-F238E27FC236}">
                <a16:creationId xmlns:a16="http://schemas.microsoft.com/office/drawing/2014/main" id="{FCF46DDB-103B-1A9A-517A-EB79CC7F9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5961" y="61324"/>
            <a:ext cx="1640097" cy="638179"/>
          </a:xfrm>
          <a:prstGeom prst="rect">
            <a:avLst/>
          </a:prstGeom>
        </p:spPr>
      </p:pic>
      <p:sp>
        <p:nvSpPr>
          <p:cNvPr id="5" name="Titre 706">
            <a:extLst>
              <a:ext uri="{FF2B5EF4-FFF2-40B4-BE49-F238E27FC236}">
                <a16:creationId xmlns:a16="http://schemas.microsoft.com/office/drawing/2014/main" id="{918719FF-B509-833D-AC26-6D76DA339F6E}"/>
              </a:ext>
            </a:extLst>
          </p:cNvPr>
          <p:cNvSpPr txBox="1">
            <a:spLocks/>
          </p:cNvSpPr>
          <p:nvPr/>
        </p:nvSpPr>
        <p:spPr>
          <a:xfrm>
            <a:off x="3700603" y="809349"/>
            <a:ext cx="4321684" cy="48948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400" kern="1200">
                <a:solidFill>
                  <a:schemeClr val="tx1"/>
                </a:solidFill>
                <a:latin typeface="阿里巴巴普惠体 L" panose="00020600040101010101" pitchFamily="18" charset="-122"/>
                <a:ea typeface="阿里巴巴普惠体 L" panose="00020600040101010101" pitchFamily="18" charset="-122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 lang="fr-FR" sz="1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Titre 706">
            <a:extLst>
              <a:ext uri="{FF2B5EF4-FFF2-40B4-BE49-F238E27FC236}">
                <a16:creationId xmlns:a16="http://schemas.microsoft.com/office/drawing/2014/main" id="{4B56DC83-F3DC-227F-053C-6519FCB14EF8}"/>
              </a:ext>
            </a:extLst>
          </p:cNvPr>
          <p:cNvSpPr txBox="1">
            <a:spLocks/>
          </p:cNvSpPr>
          <p:nvPr/>
        </p:nvSpPr>
        <p:spPr>
          <a:xfrm>
            <a:off x="1231648" y="1944421"/>
            <a:ext cx="8124949" cy="399373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400" kern="1200">
                <a:solidFill>
                  <a:schemeClr val="tx1"/>
                </a:solidFill>
                <a:latin typeface="阿里巴巴普惠体 L" panose="00020600040101010101" pitchFamily="18" charset="-122"/>
                <a:ea typeface="阿里巴巴普惠体 L" panose="00020600040101010101" pitchFamily="18" charset="-122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algn="ctr"/>
            <a:r>
              <a:rPr lang="fr-FR" sz="2800" b="1" dirty="0">
                <a:solidFill>
                  <a:srgbClr val="C00000"/>
                </a:solidFill>
              </a:rPr>
              <a:t>             Orchestration Brillante des Sprints</a:t>
            </a:r>
          </a:p>
          <a:p>
            <a:endParaRPr lang="fr-FR" sz="2800" b="1" dirty="0">
              <a:solidFill>
                <a:srgbClr val="C00000"/>
              </a:solidFill>
            </a:endParaRPr>
          </a:p>
        </p:txBody>
      </p:sp>
      <p:sp>
        <p:nvSpPr>
          <p:cNvPr id="9" name="Titre 706">
            <a:extLst>
              <a:ext uri="{FF2B5EF4-FFF2-40B4-BE49-F238E27FC236}">
                <a16:creationId xmlns:a16="http://schemas.microsoft.com/office/drawing/2014/main" id="{6D0E62E3-55C9-0C71-A789-F37F68E7C875}"/>
              </a:ext>
            </a:extLst>
          </p:cNvPr>
          <p:cNvSpPr txBox="1">
            <a:spLocks/>
          </p:cNvSpPr>
          <p:nvPr/>
        </p:nvSpPr>
        <p:spPr>
          <a:xfrm>
            <a:off x="3889191" y="793198"/>
            <a:ext cx="4059885" cy="489484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4400" kern="1200">
                <a:solidFill>
                  <a:schemeClr val="tx1"/>
                </a:solidFill>
                <a:latin typeface="阿里巴巴普惠体 L" panose="00020600040101010101" pitchFamily="18" charset="-122"/>
                <a:ea typeface="阿里巴巴普惠体 L" panose="00020600040101010101" pitchFamily="18" charset="-122"/>
                <a:cs typeface="+mj-c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pPr algn="ctr"/>
            <a:r>
              <a:rPr lang="fr-FR" sz="1400" dirty="0"/>
              <a:t>Feuille de Route pour trois Sprint Réussi</a:t>
            </a:r>
          </a:p>
          <a:p>
            <a:pPr algn="ctr"/>
            <a:endParaRPr lang="fr-FR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D1D88F3-27B8-7571-AACD-9315B036528B}"/>
              </a:ext>
            </a:extLst>
          </p:cNvPr>
          <p:cNvSpPr/>
          <p:nvPr/>
        </p:nvSpPr>
        <p:spPr>
          <a:xfrm>
            <a:off x="867434" y="3118788"/>
            <a:ext cx="3027283" cy="3423805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1600" b="1" dirty="0">
              <a:solidFill>
                <a:schemeClr val="bg1"/>
              </a:solidFill>
            </a:endParaRPr>
          </a:p>
          <a:p>
            <a:pPr marL="285750" indent="-28575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1600" b="1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chemeClr val="bg1"/>
                </a:solidFill>
              </a:rPr>
              <a:t>Gestion des utilisateurs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chemeClr val="bg1"/>
                </a:solidFill>
              </a:rPr>
              <a:t>Authentification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chemeClr val="bg1"/>
                </a:solidFill>
              </a:rPr>
              <a:t>Gestion des projets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chemeClr val="bg1"/>
                </a:solidFill>
              </a:rPr>
              <a:t>Gestion des rendez-vous et streaming</a:t>
            </a:r>
          </a:p>
          <a:p>
            <a:pPr algn="ctr">
              <a:lnSpc>
                <a:spcPct val="150000"/>
              </a:lnSpc>
            </a:pPr>
            <a:endParaRPr lang="fr-FR" sz="1600" b="1" dirty="0">
              <a:solidFill>
                <a:schemeClr val="bg1"/>
              </a:solidFill>
            </a:endParaRPr>
          </a:p>
          <a:p>
            <a:pPr algn="ctr">
              <a:lnSpc>
                <a:spcPct val="150000"/>
              </a:lnSpc>
            </a:pPr>
            <a:endParaRPr lang="fr-FR" dirty="0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840A8FA3-A2FE-FB61-695A-D391D844869E}"/>
              </a:ext>
            </a:extLst>
          </p:cNvPr>
          <p:cNvSpPr/>
          <p:nvPr/>
        </p:nvSpPr>
        <p:spPr>
          <a:xfrm>
            <a:off x="4412240" y="3143270"/>
            <a:ext cx="3174050" cy="342380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fr-FR" sz="1400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fr-FR" sz="1400" b="1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chemeClr val="bg1"/>
                </a:solidFill>
              </a:rPr>
              <a:t>Gestion des accompagnements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chemeClr val="bg1"/>
                </a:solidFill>
              </a:rPr>
              <a:t>Gestion des communications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chemeClr val="bg1"/>
                </a:solidFill>
              </a:rPr>
              <a:t>Gestion des documents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chemeClr val="bg1"/>
                </a:solidFill>
              </a:rPr>
              <a:t>Gestion des réclamations</a:t>
            </a:r>
          </a:p>
          <a:p>
            <a:pPr>
              <a:lnSpc>
                <a:spcPct val="150000"/>
              </a:lnSpc>
            </a:pPr>
            <a:endParaRPr lang="fr-FR" b="1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fr-FR" dirty="0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1BE94256-9998-D800-5D48-D4EF76F6E485}"/>
              </a:ext>
            </a:extLst>
          </p:cNvPr>
          <p:cNvSpPr/>
          <p:nvPr/>
        </p:nvSpPr>
        <p:spPr>
          <a:xfrm>
            <a:off x="8129531" y="3118788"/>
            <a:ext cx="3027284" cy="3427072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chemeClr val="bg1"/>
                </a:solidFill>
              </a:rPr>
              <a:t>Gestion des investissements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chemeClr val="bg1"/>
                </a:solidFill>
              </a:rPr>
              <a:t>Gestion des notifications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1400" b="1" dirty="0">
                <a:solidFill>
                  <a:schemeClr val="bg1"/>
                </a:solidFill>
              </a:rPr>
              <a:t>Filtrage des demandes de coach à l'aide de l’intelligence Artificiel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E9C6A6F1-67C4-4B19-ABF9-B2BDB6FCF5EC}"/>
              </a:ext>
            </a:extLst>
          </p:cNvPr>
          <p:cNvSpPr/>
          <p:nvPr/>
        </p:nvSpPr>
        <p:spPr>
          <a:xfrm>
            <a:off x="2116490" y="2895993"/>
            <a:ext cx="573152" cy="57315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ea typeface="Anja Eliane accent" panose="02020500000000000000" pitchFamily="18" charset="0"/>
                <a:cs typeface="Aharoni" panose="02010803020104030203" pitchFamily="2" charset="-79"/>
              </a:rPr>
              <a:t>1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EF05AE2A-35B1-B1B0-B9FC-AA08EBAF40DF}"/>
              </a:ext>
            </a:extLst>
          </p:cNvPr>
          <p:cNvSpPr/>
          <p:nvPr/>
        </p:nvSpPr>
        <p:spPr>
          <a:xfrm>
            <a:off x="5712689" y="2895993"/>
            <a:ext cx="573152" cy="57315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ea typeface="Anja Eliane accent" panose="02020500000000000000" pitchFamily="18" charset="0"/>
                <a:cs typeface="Aharoni" panose="02010803020104030203" pitchFamily="2" charset="-79"/>
              </a:rPr>
              <a:t>2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9028DD78-5FF3-1D7C-9271-E0283DF01D28}"/>
              </a:ext>
            </a:extLst>
          </p:cNvPr>
          <p:cNvSpPr/>
          <p:nvPr/>
        </p:nvSpPr>
        <p:spPr>
          <a:xfrm>
            <a:off x="9346232" y="2895993"/>
            <a:ext cx="573152" cy="57315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  <a:ea typeface="Anja Eliane accent" panose="02020500000000000000" pitchFamily="18" charset="0"/>
                <a:cs typeface="Aharoni" panose="02010803020104030203" pitchFamily="2" charset="-79"/>
              </a:rPr>
              <a:t>3</a:t>
            </a:r>
          </a:p>
        </p:txBody>
      </p:sp>
      <p:sp>
        <p:nvSpPr>
          <p:cNvPr id="761" name="任意多边形 16">
            <a:extLst>
              <a:ext uri="{FF2B5EF4-FFF2-40B4-BE49-F238E27FC236}">
                <a16:creationId xmlns:a16="http://schemas.microsoft.com/office/drawing/2014/main" id="{AD4120A9-DDA0-1C37-6728-6573FB16F161}"/>
              </a:ext>
            </a:extLst>
          </p:cNvPr>
          <p:cNvSpPr/>
          <p:nvPr/>
        </p:nvSpPr>
        <p:spPr>
          <a:xfrm rot="2700000">
            <a:off x="2325883" y="2100730"/>
            <a:ext cx="281963" cy="283372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62" name="任意多边形 16">
            <a:extLst>
              <a:ext uri="{FF2B5EF4-FFF2-40B4-BE49-F238E27FC236}">
                <a16:creationId xmlns:a16="http://schemas.microsoft.com/office/drawing/2014/main" id="{493B0CA2-E4A5-40E4-4283-62EA1E8F99F9}"/>
              </a:ext>
            </a:extLst>
          </p:cNvPr>
          <p:cNvSpPr/>
          <p:nvPr/>
        </p:nvSpPr>
        <p:spPr>
          <a:xfrm rot="13504303">
            <a:off x="9348254" y="2073421"/>
            <a:ext cx="281963" cy="283372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63" name="任意多边形 16">
            <a:extLst>
              <a:ext uri="{FF2B5EF4-FFF2-40B4-BE49-F238E27FC236}">
                <a16:creationId xmlns:a16="http://schemas.microsoft.com/office/drawing/2014/main" id="{FDD1714A-1B74-41AB-C81C-ABC19D9D5528}"/>
              </a:ext>
            </a:extLst>
          </p:cNvPr>
          <p:cNvSpPr/>
          <p:nvPr/>
        </p:nvSpPr>
        <p:spPr>
          <a:xfrm rot="2700000">
            <a:off x="3927894" y="4372520"/>
            <a:ext cx="281963" cy="283372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66" name="任意多边形 16">
            <a:extLst>
              <a:ext uri="{FF2B5EF4-FFF2-40B4-BE49-F238E27FC236}">
                <a16:creationId xmlns:a16="http://schemas.microsoft.com/office/drawing/2014/main" id="{371226FF-7AA4-648C-DC65-E2D2AD2DCEBA}"/>
              </a:ext>
            </a:extLst>
          </p:cNvPr>
          <p:cNvSpPr/>
          <p:nvPr/>
        </p:nvSpPr>
        <p:spPr>
          <a:xfrm rot="2700000">
            <a:off x="7645185" y="4420269"/>
            <a:ext cx="281963" cy="283372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4735BA3-0551-8056-A78A-1BC6EC597487}"/>
              </a:ext>
            </a:extLst>
          </p:cNvPr>
          <p:cNvSpPr txBox="1"/>
          <p:nvPr/>
        </p:nvSpPr>
        <p:spPr>
          <a:xfrm>
            <a:off x="11718503" y="6361195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15</a:t>
            </a:r>
          </a:p>
        </p:txBody>
      </p:sp>
      <p:sp>
        <p:nvSpPr>
          <p:cNvPr id="4" name="任意多边形 16">
            <a:extLst>
              <a:ext uri="{FF2B5EF4-FFF2-40B4-BE49-F238E27FC236}">
                <a16:creationId xmlns:a16="http://schemas.microsoft.com/office/drawing/2014/main" id="{10068F32-4C65-A637-D57C-DA35FA72BC9C}"/>
              </a:ext>
            </a:extLst>
          </p:cNvPr>
          <p:cNvSpPr/>
          <p:nvPr/>
        </p:nvSpPr>
        <p:spPr>
          <a:xfrm rot="2700000">
            <a:off x="555317" y="5685692"/>
            <a:ext cx="710079" cy="713626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472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 animBg="1"/>
      <p:bldP spid="14" grpId="0" animBg="1"/>
      <p:bldP spid="17" grpId="0" animBg="1"/>
      <p:bldP spid="19" grpId="0" animBg="1"/>
      <p:bldP spid="20" grpId="0" animBg="1"/>
      <p:bldP spid="21" grpId="0" animBg="1"/>
      <p:bldP spid="763" grpId="0" animBg="1"/>
      <p:bldP spid="76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A9222-79D3-6B1B-5F1B-EAF7E3ED1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8D4921AF-079C-0980-B10B-93E7258CAC5C}"/>
              </a:ext>
            </a:extLst>
          </p:cNvPr>
          <p:cNvSpPr txBox="1"/>
          <p:nvPr/>
        </p:nvSpPr>
        <p:spPr>
          <a:xfrm>
            <a:off x="1699212" y="194871"/>
            <a:ext cx="7307385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Diagramme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de </a:t>
            </a:r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cas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</a:t>
            </a:r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d'utilisation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Global</a:t>
            </a:r>
            <a:endParaRPr lang="zh-CN" altLang="en-US" sz="28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33" name="任意多边形 47">
            <a:extLst>
              <a:ext uri="{FF2B5EF4-FFF2-40B4-BE49-F238E27FC236}">
                <a16:creationId xmlns:a16="http://schemas.microsoft.com/office/drawing/2014/main" id="{217CD9BC-F855-2826-5E64-50920E6070DC}"/>
              </a:ext>
            </a:extLst>
          </p:cNvPr>
          <p:cNvSpPr/>
          <p:nvPr/>
        </p:nvSpPr>
        <p:spPr>
          <a:xfrm rot="18900000" flipV="1">
            <a:off x="99493" y="160716"/>
            <a:ext cx="1257992" cy="771874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4" name="任意多边形 48">
            <a:extLst>
              <a:ext uri="{FF2B5EF4-FFF2-40B4-BE49-F238E27FC236}">
                <a16:creationId xmlns:a16="http://schemas.microsoft.com/office/drawing/2014/main" id="{DC94A8F1-CEC6-BA4B-B328-1184DE52B8EB}"/>
              </a:ext>
            </a:extLst>
          </p:cNvPr>
          <p:cNvSpPr/>
          <p:nvPr/>
        </p:nvSpPr>
        <p:spPr>
          <a:xfrm rot="18900000" flipV="1">
            <a:off x="-102618" y="95709"/>
            <a:ext cx="926781" cy="721545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C0E829F6-5684-02BD-DDD2-14ED40011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878" y="227563"/>
            <a:ext cx="1640097" cy="63817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DEC005A-4BD9-C8C1-CBB5-34D50EF0B7FC}"/>
              </a:ext>
            </a:extLst>
          </p:cNvPr>
          <p:cNvSpPr txBox="1"/>
          <p:nvPr/>
        </p:nvSpPr>
        <p:spPr>
          <a:xfrm>
            <a:off x="11615744" y="6235771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16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679CD20-C209-F1DC-DFAF-F9152D907E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0007" y="865741"/>
            <a:ext cx="6420763" cy="56271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70897235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A4CF8-4A61-EFE6-30C8-BC406857B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 16">
            <a:extLst>
              <a:ext uri="{FF2B5EF4-FFF2-40B4-BE49-F238E27FC236}">
                <a16:creationId xmlns:a16="http://schemas.microsoft.com/office/drawing/2014/main" id="{2B0A3D53-0322-C780-249B-F9105DC5A698}"/>
              </a:ext>
            </a:extLst>
          </p:cNvPr>
          <p:cNvSpPr/>
          <p:nvPr/>
        </p:nvSpPr>
        <p:spPr>
          <a:xfrm rot="2700000">
            <a:off x="9301799" y="3423737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42E77970-652E-B988-3D7A-3FEFA245CCB9}"/>
              </a:ext>
            </a:extLst>
          </p:cNvPr>
          <p:cNvSpPr/>
          <p:nvPr/>
        </p:nvSpPr>
        <p:spPr>
          <a:xfrm rot="2700000">
            <a:off x="6801763" y="1402622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0" name="任意多边形 19">
            <a:extLst>
              <a:ext uri="{FF2B5EF4-FFF2-40B4-BE49-F238E27FC236}">
                <a16:creationId xmlns:a16="http://schemas.microsoft.com/office/drawing/2014/main" id="{141DD261-DD06-F29E-B14B-402DC115442E}"/>
              </a:ext>
            </a:extLst>
          </p:cNvPr>
          <p:cNvSpPr/>
          <p:nvPr/>
        </p:nvSpPr>
        <p:spPr>
          <a:xfrm rot="2700000">
            <a:off x="-4597361" y="329390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gradFill>
            <a:gsLst>
              <a:gs pos="1328">
                <a:srgbClr val="FF0101"/>
              </a:gs>
              <a:gs pos="875">
                <a:srgbClr val="FD0505"/>
              </a:gs>
              <a:gs pos="750">
                <a:srgbClr val="FB0A0A"/>
              </a:gs>
              <a:gs pos="500">
                <a:srgbClr val="F71414"/>
              </a:gs>
              <a:gs pos="0">
                <a:srgbClr val="EF2728"/>
              </a:gs>
              <a:gs pos="0">
                <a:srgbClr val="FF0000"/>
              </a:gs>
              <a:gs pos="68000">
                <a:schemeClr val="accent1">
                  <a:alpha val="87000"/>
                  <a:lumMod val="38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任意多边形 5">
            <a:extLst>
              <a:ext uri="{FF2B5EF4-FFF2-40B4-BE49-F238E27FC236}">
                <a16:creationId xmlns:a16="http://schemas.microsoft.com/office/drawing/2014/main" id="{F16A5876-8262-E58B-F50B-16A5A1F172DA}"/>
              </a:ext>
            </a:extLst>
          </p:cNvPr>
          <p:cNvSpPr/>
          <p:nvPr/>
        </p:nvSpPr>
        <p:spPr>
          <a:xfrm rot="2700000">
            <a:off x="-957419" y="349784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rgbClr val="5D99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任意多边形 11">
            <a:extLst>
              <a:ext uri="{FF2B5EF4-FFF2-40B4-BE49-F238E27FC236}">
                <a16:creationId xmlns:a16="http://schemas.microsoft.com/office/drawing/2014/main" id="{8D93DE24-C67E-0110-E4EE-2C7EEE2299A5}"/>
              </a:ext>
            </a:extLst>
          </p:cNvPr>
          <p:cNvSpPr/>
          <p:nvPr/>
        </p:nvSpPr>
        <p:spPr>
          <a:xfrm rot="18900000" flipH="1">
            <a:off x="11525844" y="5786883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CE717F5-7FA9-A63F-7D7E-C31EB1EABBD2}"/>
              </a:ext>
            </a:extLst>
          </p:cNvPr>
          <p:cNvSpPr txBox="1"/>
          <p:nvPr/>
        </p:nvSpPr>
        <p:spPr>
          <a:xfrm>
            <a:off x="3265818" y="2869872"/>
            <a:ext cx="8487500" cy="167847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384613" lvl="2">
              <a:lnSpc>
                <a:spcPct val="150000"/>
              </a:lnSpc>
            </a:pPr>
            <a:r>
              <a:rPr lang="en-US" sz="3600" b="1" spc="348" dirty="0">
                <a:solidFill>
                  <a:schemeClr val="bg2">
                    <a:lumMod val="50000"/>
                  </a:schemeClr>
                </a:solidFill>
                <a:latin typeface="DM Sans Bold"/>
              </a:rPr>
              <a:t>Etude et </a:t>
            </a:r>
            <a:r>
              <a:rPr lang="en-US" sz="3600" b="1" spc="348" dirty="0" err="1">
                <a:solidFill>
                  <a:schemeClr val="bg2">
                    <a:lumMod val="50000"/>
                  </a:schemeClr>
                </a:solidFill>
                <a:latin typeface="DM Sans Bold"/>
              </a:rPr>
              <a:t>Réalisation</a:t>
            </a:r>
            <a:r>
              <a:rPr lang="en-US" sz="3600" b="1" spc="348" dirty="0">
                <a:solidFill>
                  <a:schemeClr val="bg2">
                    <a:lumMod val="50000"/>
                  </a:schemeClr>
                </a:solidFill>
                <a:latin typeface="DM Sans Bold"/>
              </a:rPr>
              <a:t> des sprints</a:t>
            </a:r>
          </a:p>
        </p:txBody>
      </p:sp>
      <p:sp>
        <p:nvSpPr>
          <p:cNvPr id="18" name="任意多边形 17">
            <a:extLst>
              <a:ext uri="{FF2B5EF4-FFF2-40B4-BE49-F238E27FC236}">
                <a16:creationId xmlns:a16="http://schemas.microsoft.com/office/drawing/2014/main" id="{DE14B054-91BE-7638-8DD0-9EAE4496681F}"/>
              </a:ext>
            </a:extLst>
          </p:cNvPr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6088009-30E9-E3B3-B7E4-0AE642A73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315" y="250575"/>
            <a:ext cx="2724331" cy="1060065"/>
          </a:xfrm>
          <a:prstGeom prst="rect">
            <a:avLst/>
          </a:prstGeom>
        </p:spPr>
      </p:pic>
      <p:sp>
        <p:nvSpPr>
          <p:cNvPr id="3" name="任意多边形 16">
            <a:extLst>
              <a:ext uri="{FF2B5EF4-FFF2-40B4-BE49-F238E27FC236}">
                <a16:creationId xmlns:a16="http://schemas.microsoft.com/office/drawing/2014/main" id="{1556A80F-0DDF-1254-C08D-C9FAA203077D}"/>
              </a:ext>
            </a:extLst>
          </p:cNvPr>
          <p:cNvSpPr/>
          <p:nvPr/>
        </p:nvSpPr>
        <p:spPr>
          <a:xfrm rot="2700000">
            <a:off x="6778836" y="5087624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任意多边形 16">
            <a:extLst>
              <a:ext uri="{FF2B5EF4-FFF2-40B4-BE49-F238E27FC236}">
                <a16:creationId xmlns:a16="http://schemas.microsoft.com/office/drawing/2014/main" id="{00104B3B-1DF8-FFA0-6C05-080429CDB261}"/>
              </a:ext>
            </a:extLst>
          </p:cNvPr>
          <p:cNvSpPr/>
          <p:nvPr/>
        </p:nvSpPr>
        <p:spPr>
          <a:xfrm rot="2700000">
            <a:off x="4093979" y="317216"/>
            <a:ext cx="820083" cy="82417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1DC182E-9854-1824-06EC-4C36AFC90D4B}"/>
              </a:ext>
            </a:extLst>
          </p:cNvPr>
          <p:cNvSpPr txBox="1"/>
          <p:nvPr/>
        </p:nvSpPr>
        <p:spPr>
          <a:xfrm>
            <a:off x="11068524" y="6488668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17</a:t>
            </a:r>
          </a:p>
        </p:txBody>
      </p:sp>
      <p:sp>
        <p:nvSpPr>
          <p:cNvPr id="7" name="文本框 12">
            <a:extLst>
              <a:ext uri="{FF2B5EF4-FFF2-40B4-BE49-F238E27FC236}">
                <a16:creationId xmlns:a16="http://schemas.microsoft.com/office/drawing/2014/main" id="{E5EF8ADE-7962-CE85-3381-D847F0A11620}"/>
              </a:ext>
            </a:extLst>
          </p:cNvPr>
          <p:cNvSpPr txBox="1"/>
          <p:nvPr/>
        </p:nvSpPr>
        <p:spPr>
          <a:xfrm>
            <a:off x="3697138" y="2103100"/>
            <a:ext cx="3104119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dirty="0">
                <a:solidFill>
                  <a:schemeClr val="accent1"/>
                </a:solidFill>
                <a:cs typeface="+mn-ea"/>
                <a:sym typeface="+mn-lt"/>
              </a:rPr>
              <a:t>PARTIE 05</a:t>
            </a:r>
            <a:endParaRPr lang="zh-CN" altLang="en-US" sz="48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6494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6" grpId="0" animBg="1"/>
      <p:bldP spid="20" grpId="0" animBg="1"/>
      <p:bldP spid="6" grpId="0" animBg="1"/>
      <p:bldP spid="12" grpId="0" animBg="1"/>
      <p:bldP spid="14" grpId="0"/>
      <p:bldP spid="18" grpId="0" animBg="1"/>
      <p:bldP spid="3" grpId="0" animBg="1"/>
      <p:bldP spid="4" grpId="0" animBg="1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5298C-24F8-4982-C817-F5E19F906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 16">
            <a:extLst>
              <a:ext uri="{FF2B5EF4-FFF2-40B4-BE49-F238E27FC236}">
                <a16:creationId xmlns:a16="http://schemas.microsoft.com/office/drawing/2014/main" id="{01F45360-EA89-E593-E971-92AD7C9F70C8}"/>
              </a:ext>
            </a:extLst>
          </p:cNvPr>
          <p:cNvSpPr/>
          <p:nvPr/>
        </p:nvSpPr>
        <p:spPr>
          <a:xfrm rot="2700000">
            <a:off x="9301799" y="3423737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558D8F90-4562-5297-8AC4-BB3DF9AA6460}"/>
              </a:ext>
            </a:extLst>
          </p:cNvPr>
          <p:cNvSpPr/>
          <p:nvPr/>
        </p:nvSpPr>
        <p:spPr>
          <a:xfrm rot="2700000">
            <a:off x="6801763" y="1402622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0" name="任意多边形 19">
            <a:extLst>
              <a:ext uri="{FF2B5EF4-FFF2-40B4-BE49-F238E27FC236}">
                <a16:creationId xmlns:a16="http://schemas.microsoft.com/office/drawing/2014/main" id="{F7F383FC-BDEF-BD62-23C2-C8756B9A7B1F}"/>
              </a:ext>
            </a:extLst>
          </p:cNvPr>
          <p:cNvSpPr/>
          <p:nvPr/>
        </p:nvSpPr>
        <p:spPr>
          <a:xfrm rot="2700000">
            <a:off x="-4597361" y="329390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gradFill>
            <a:gsLst>
              <a:gs pos="1328">
                <a:srgbClr val="FF0101"/>
              </a:gs>
              <a:gs pos="875">
                <a:srgbClr val="FD0505"/>
              </a:gs>
              <a:gs pos="750">
                <a:srgbClr val="FB0A0A"/>
              </a:gs>
              <a:gs pos="500">
                <a:srgbClr val="F71414"/>
              </a:gs>
              <a:gs pos="0">
                <a:srgbClr val="EF2728"/>
              </a:gs>
              <a:gs pos="0">
                <a:srgbClr val="FF0000"/>
              </a:gs>
              <a:gs pos="68000">
                <a:schemeClr val="accent1">
                  <a:alpha val="87000"/>
                  <a:lumMod val="38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任意多边形 5">
            <a:extLst>
              <a:ext uri="{FF2B5EF4-FFF2-40B4-BE49-F238E27FC236}">
                <a16:creationId xmlns:a16="http://schemas.microsoft.com/office/drawing/2014/main" id="{20C07175-1FCF-E850-2430-A8549D4C558F}"/>
              </a:ext>
            </a:extLst>
          </p:cNvPr>
          <p:cNvSpPr/>
          <p:nvPr/>
        </p:nvSpPr>
        <p:spPr>
          <a:xfrm rot="2700000">
            <a:off x="-957419" y="349784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rgbClr val="5D99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任意多边形 11">
            <a:extLst>
              <a:ext uri="{FF2B5EF4-FFF2-40B4-BE49-F238E27FC236}">
                <a16:creationId xmlns:a16="http://schemas.microsoft.com/office/drawing/2014/main" id="{7CDD0FCA-0ED5-1056-C52C-A71B648E44CE}"/>
              </a:ext>
            </a:extLst>
          </p:cNvPr>
          <p:cNvSpPr/>
          <p:nvPr/>
        </p:nvSpPr>
        <p:spPr>
          <a:xfrm rot="18900000" flipH="1">
            <a:off x="11525844" y="5786883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093261D-4879-EE62-1EFB-12851E5C11E4}"/>
              </a:ext>
            </a:extLst>
          </p:cNvPr>
          <p:cNvSpPr txBox="1"/>
          <p:nvPr/>
        </p:nvSpPr>
        <p:spPr>
          <a:xfrm>
            <a:off x="2869152" y="2636775"/>
            <a:ext cx="8487500" cy="167847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384613" lvl="2">
              <a:lnSpc>
                <a:spcPct val="150000"/>
              </a:lnSpc>
            </a:pPr>
            <a:r>
              <a:rPr lang="en-US" sz="3600" b="1" spc="348" dirty="0">
                <a:solidFill>
                  <a:schemeClr val="bg2">
                    <a:lumMod val="50000"/>
                  </a:schemeClr>
                </a:solidFill>
                <a:latin typeface="DM Sans Bold"/>
              </a:rPr>
              <a:t>Conception et </a:t>
            </a:r>
            <a:r>
              <a:rPr lang="en-US" sz="3600" b="1" spc="348" dirty="0" err="1">
                <a:solidFill>
                  <a:schemeClr val="bg2">
                    <a:lumMod val="50000"/>
                  </a:schemeClr>
                </a:solidFill>
                <a:latin typeface="DM Sans Bold"/>
              </a:rPr>
              <a:t>Réalisation</a:t>
            </a:r>
            <a:r>
              <a:rPr lang="en-US" sz="3600" b="1" spc="348" dirty="0">
                <a:solidFill>
                  <a:schemeClr val="bg2">
                    <a:lumMod val="50000"/>
                  </a:schemeClr>
                </a:solidFill>
                <a:latin typeface="DM Sans Bold"/>
              </a:rPr>
              <a:t> du sprint 01</a:t>
            </a:r>
          </a:p>
        </p:txBody>
      </p:sp>
      <p:sp>
        <p:nvSpPr>
          <p:cNvPr id="18" name="任意多边形 17">
            <a:extLst>
              <a:ext uri="{FF2B5EF4-FFF2-40B4-BE49-F238E27FC236}">
                <a16:creationId xmlns:a16="http://schemas.microsoft.com/office/drawing/2014/main" id="{32EC51E2-A680-8F5B-5533-7105F1178845}"/>
              </a:ext>
            </a:extLst>
          </p:cNvPr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2E85AE8-9D3E-90A6-4FE4-217E98EB3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315" y="250575"/>
            <a:ext cx="2724331" cy="1060065"/>
          </a:xfrm>
          <a:prstGeom prst="rect">
            <a:avLst/>
          </a:prstGeom>
        </p:spPr>
      </p:pic>
      <p:sp>
        <p:nvSpPr>
          <p:cNvPr id="3" name="任意多边形 16">
            <a:extLst>
              <a:ext uri="{FF2B5EF4-FFF2-40B4-BE49-F238E27FC236}">
                <a16:creationId xmlns:a16="http://schemas.microsoft.com/office/drawing/2014/main" id="{FB6E5BF8-A116-573D-1D8A-B5DCB2E27FA9}"/>
              </a:ext>
            </a:extLst>
          </p:cNvPr>
          <p:cNvSpPr/>
          <p:nvPr/>
        </p:nvSpPr>
        <p:spPr>
          <a:xfrm rot="2700000">
            <a:off x="6778836" y="5087624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任意多边形 16">
            <a:extLst>
              <a:ext uri="{FF2B5EF4-FFF2-40B4-BE49-F238E27FC236}">
                <a16:creationId xmlns:a16="http://schemas.microsoft.com/office/drawing/2014/main" id="{5E9E0FF8-31B7-1822-AEBB-BD4B30973606}"/>
              </a:ext>
            </a:extLst>
          </p:cNvPr>
          <p:cNvSpPr/>
          <p:nvPr/>
        </p:nvSpPr>
        <p:spPr>
          <a:xfrm rot="2700000">
            <a:off x="4093979" y="317216"/>
            <a:ext cx="820083" cy="82417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909E78A-D401-4AC8-3481-E00F10941B02}"/>
              </a:ext>
            </a:extLst>
          </p:cNvPr>
          <p:cNvSpPr txBox="1"/>
          <p:nvPr/>
        </p:nvSpPr>
        <p:spPr>
          <a:xfrm>
            <a:off x="11068524" y="6488668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57841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6" grpId="0" animBg="1"/>
      <p:bldP spid="20" grpId="0" animBg="1"/>
      <p:bldP spid="6" grpId="0" animBg="1"/>
      <p:bldP spid="12" grpId="0" animBg="1"/>
      <p:bldP spid="14" grpId="0"/>
      <p:bldP spid="18" grpId="0" animBg="1"/>
      <p:bldP spid="3" grpId="0" animBg="1"/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>
          <a:extLst>
            <a:ext uri="{FF2B5EF4-FFF2-40B4-BE49-F238E27FC236}">
              <a16:creationId xmlns:a16="http://schemas.microsoft.com/office/drawing/2014/main" id="{41387B26-B740-07FD-9476-2F431020B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6" name="Google Shape;726;p64">
            <a:extLst>
              <a:ext uri="{FF2B5EF4-FFF2-40B4-BE49-F238E27FC236}">
                <a16:creationId xmlns:a16="http://schemas.microsoft.com/office/drawing/2014/main" id="{40402CAB-A25C-0656-D461-7879F153998A}"/>
              </a:ext>
            </a:extLst>
          </p:cNvPr>
          <p:cNvGrpSpPr/>
          <p:nvPr/>
        </p:nvGrpSpPr>
        <p:grpSpPr>
          <a:xfrm>
            <a:off x="9251542" y="1872229"/>
            <a:ext cx="488359" cy="479876"/>
            <a:chOff x="-60988625" y="2310475"/>
            <a:chExt cx="316650" cy="311150"/>
          </a:xfrm>
          <a:solidFill>
            <a:srgbClr val="C00000"/>
          </a:solidFill>
        </p:grpSpPr>
        <p:sp>
          <p:nvSpPr>
            <p:cNvPr id="727" name="Google Shape;727;p64">
              <a:extLst>
                <a:ext uri="{FF2B5EF4-FFF2-40B4-BE49-F238E27FC236}">
                  <a16:creationId xmlns:a16="http://schemas.microsoft.com/office/drawing/2014/main" id="{621A71FD-AE47-D9C4-DF43-E275190AC3A5}"/>
                </a:ext>
              </a:extLst>
            </p:cNvPr>
            <p:cNvSpPr/>
            <p:nvPr/>
          </p:nvSpPr>
          <p:spPr>
            <a:xfrm>
              <a:off x="-60988625" y="2310475"/>
              <a:ext cx="311125" cy="311150"/>
            </a:xfrm>
            <a:custGeom>
              <a:avLst/>
              <a:gdLst/>
              <a:ahLst/>
              <a:cxnLst/>
              <a:rect l="l" t="t" r="r" b="b"/>
              <a:pathLst>
                <a:path w="12445" h="12446" extrusionOk="0">
                  <a:moveTo>
                    <a:pt x="7877" y="883"/>
                  </a:moveTo>
                  <a:cubicBezTo>
                    <a:pt x="8097" y="883"/>
                    <a:pt x="8318" y="1072"/>
                    <a:pt x="8318" y="1324"/>
                  </a:cubicBezTo>
                  <a:lnTo>
                    <a:pt x="8318" y="10398"/>
                  </a:lnTo>
                  <a:cubicBezTo>
                    <a:pt x="8318" y="10870"/>
                    <a:pt x="8444" y="11311"/>
                    <a:pt x="8727" y="11626"/>
                  </a:cubicBezTo>
                  <a:lnTo>
                    <a:pt x="2111" y="11626"/>
                  </a:lnTo>
                  <a:cubicBezTo>
                    <a:pt x="1450" y="11626"/>
                    <a:pt x="851" y="11091"/>
                    <a:pt x="851" y="10398"/>
                  </a:cubicBezTo>
                  <a:lnTo>
                    <a:pt x="851" y="1324"/>
                  </a:lnTo>
                  <a:lnTo>
                    <a:pt x="820" y="1324"/>
                  </a:lnTo>
                  <a:cubicBezTo>
                    <a:pt x="820" y="1072"/>
                    <a:pt x="1009" y="883"/>
                    <a:pt x="1261" y="883"/>
                  </a:cubicBezTo>
                  <a:close/>
                  <a:moveTo>
                    <a:pt x="11500" y="10807"/>
                  </a:moveTo>
                  <a:cubicBezTo>
                    <a:pt x="11342" y="11280"/>
                    <a:pt x="10870" y="11626"/>
                    <a:pt x="10303" y="11626"/>
                  </a:cubicBezTo>
                  <a:cubicBezTo>
                    <a:pt x="9767" y="11626"/>
                    <a:pt x="9326" y="11280"/>
                    <a:pt x="9137" y="10807"/>
                  </a:cubicBezTo>
                  <a:close/>
                  <a:moveTo>
                    <a:pt x="1261" y="1"/>
                  </a:moveTo>
                  <a:cubicBezTo>
                    <a:pt x="568" y="1"/>
                    <a:pt x="32" y="568"/>
                    <a:pt x="32" y="1230"/>
                  </a:cubicBezTo>
                  <a:lnTo>
                    <a:pt x="32" y="10334"/>
                  </a:lnTo>
                  <a:cubicBezTo>
                    <a:pt x="0" y="11563"/>
                    <a:pt x="946" y="12445"/>
                    <a:pt x="2080" y="12445"/>
                  </a:cubicBezTo>
                  <a:lnTo>
                    <a:pt x="10334" y="12445"/>
                  </a:lnTo>
                  <a:cubicBezTo>
                    <a:pt x="11500" y="12445"/>
                    <a:pt x="12445" y="11500"/>
                    <a:pt x="12445" y="10366"/>
                  </a:cubicBezTo>
                  <a:cubicBezTo>
                    <a:pt x="12445" y="10145"/>
                    <a:pt x="12224" y="9925"/>
                    <a:pt x="12004" y="9925"/>
                  </a:cubicBezTo>
                  <a:lnTo>
                    <a:pt x="9074" y="9925"/>
                  </a:lnTo>
                  <a:lnTo>
                    <a:pt x="9074" y="1230"/>
                  </a:lnTo>
                  <a:cubicBezTo>
                    <a:pt x="9074" y="568"/>
                    <a:pt x="8538" y="1"/>
                    <a:pt x="78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8" name="Google Shape;728;p64">
              <a:extLst>
                <a:ext uri="{FF2B5EF4-FFF2-40B4-BE49-F238E27FC236}">
                  <a16:creationId xmlns:a16="http://schemas.microsoft.com/office/drawing/2014/main" id="{F488CFFF-5B69-1604-1D1E-F4E9E5C4C729}"/>
                </a:ext>
              </a:extLst>
            </p:cNvPr>
            <p:cNvSpPr/>
            <p:nvPr/>
          </p:nvSpPr>
          <p:spPr>
            <a:xfrm>
              <a:off x="-60947675" y="2353025"/>
              <a:ext cx="145725" cy="20500"/>
            </a:xfrm>
            <a:custGeom>
              <a:avLst/>
              <a:gdLst/>
              <a:ahLst/>
              <a:cxnLst/>
              <a:rect l="l" t="t" r="r" b="b"/>
              <a:pathLst>
                <a:path w="5829" h="820" extrusionOk="0">
                  <a:moveTo>
                    <a:pt x="442" y="0"/>
                  </a:moveTo>
                  <a:cubicBezTo>
                    <a:pt x="190" y="0"/>
                    <a:pt x="1" y="189"/>
                    <a:pt x="1" y="441"/>
                  </a:cubicBezTo>
                  <a:cubicBezTo>
                    <a:pt x="1" y="630"/>
                    <a:pt x="190" y="819"/>
                    <a:pt x="442" y="819"/>
                  </a:cubicBezTo>
                  <a:lnTo>
                    <a:pt x="5388" y="819"/>
                  </a:lnTo>
                  <a:cubicBezTo>
                    <a:pt x="5640" y="819"/>
                    <a:pt x="5829" y="630"/>
                    <a:pt x="5829" y="441"/>
                  </a:cubicBezTo>
                  <a:cubicBezTo>
                    <a:pt x="5829" y="189"/>
                    <a:pt x="5640" y="0"/>
                    <a:pt x="53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9" name="Google Shape;729;p64">
              <a:extLst>
                <a:ext uri="{FF2B5EF4-FFF2-40B4-BE49-F238E27FC236}">
                  <a16:creationId xmlns:a16="http://schemas.microsoft.com/office/drawing/2014/main" id="{F40380F2-8676-BEA9-0C10-8A06B766CB2A}"/>
                </a:ext>
              </a:extLst>
            </p:cNvPr>
            <p:cNvSpPr/>
            <p:nvPr/>
          </p:nvSpPr>
          <p:spPr>
            <a:xfrm>
              <a:off x="-60947675" y="2415250"/>
              <a:ext cx="145725" cy="20500"/>
            </a:xfrm>
            <a:custGeom>
              <a:avLst/>
              <a:gdLst/>
              <a:ahLst/>
              <a:cxnLst/>
              <a:rect l="l" t="t" r="r" b="b"/>
              <a:pathLst>
                <a:path w="5829" h="820" extrusionOk="0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cubicBezTo>
                    <a:pt x="1" y="630"/>
                    <a:pt x="190" y="819"/>
                    <a:pt x="442" y="819"/>
                  </a:cubicBezTo>
                  <a:lnTo>
                    <a:pt x="5388" y="819"/>
                  </a:lnTo>
                  <a:cubicBezTo>
                    <a:pt x="5640" y="819"/>
                    <a:pt x="5829" y="630"/>
                    <a:pt x="5829" y="378"/>
                  </a:cubicBezTo>
                  <a:cubicBezTo>
                    <a:pt x="5829" y="158"/>
                    <a:pt x="5640" y="0"/>
                    <a:pt x="53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0" name="Google Shape;730;p64">
              <a:extLst>
                <a:ext uri="{FF2B5EF4-FFF2-40B4-BE49-F238E27FC236}">
                  <a16:creationId xmlns:a16="http://schemas.microsoft.com/office/drawing/2014/main" id="{11E52336-7262-C07F-011F-1A7159A994B1}"/>
                </a:ext>
              </a:extLst>
            </p:cNvPr>
            <p:cNvSpPr/>
            <p:nvPr/>
          </p:nvSpPr>
          <p:spPr>
            <a:xfrm>
              <a:off x="-60947675" y="2475875"/>
              <a:ext cx="145725" cy="22100"/>
            </a:xfrm>
            <a:custGeom>
              <a:avLst/>
              <a:gdLst/>
              <a:ahLst/>
              <a:cxnLst/>
              <a:rect l="l" t="t" r="r" b="b"/>
              <a:pathLst>
                <a:path w="5829" h="884" extrusionOk="0">
                  <a:moveTo>
                    <a:pt x="442" y="1"/>
                  </a:moveTo>
                  <a:cubicBezTo>
                    <a:pt x="190" y="1"/>
                    <a:pt x="1" y="221"/>
                    <a:pt x="1" y="442"/>
                  </a:cubicBezTo>
                  <a:cubicBezTo>
                    <a:pt x="1" y="694"/>
                    <a:pt x="190" y="883"/>
                    <a:pt x="442" y="883"/>
                  </a:cubicBezTo>
                  <a:lnTo>
                    <a:pt x="5388" y="883"/>
                  </a:lnTo>
                  <a:cubicBezTo>
                    <a:pt x="5640" y="883"/>
                    <a:pt x="5829" y="694"/>
                    <a:pt x="5829" y="442"/>
                  </a:cubicBezTo>
                  <a:cubicBezTo>
                    <a:pt x="5829" y="221"/>
                    <a:pt x="5640" y="1"/>
                    <a:pt x="53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1" name="Google Shape;731;p64">
              <a:extLst>
                <a:ext uri="{FF2B5EF4-FFF2-40B4-BE49-F238E27FC236}">
                  <a16:creationId xmlns:a16="http://schemas.microsoft.com/office/drawing/2014/main" id="{9E9BDBC2-1425-1007-ECDA-84177552CF78}"/>
                </a:ext>
              </a:extLst>
            </p:cNvPr>
            <p:cNvSpPr/>
            <p:nvPr/>
          </p:nvSpPr>
          <p:spPr>
            <a:xfrm>
              <a:off x="-60947675" y="2538100"/>
              <a:ext cx="145725" cy="22075"/>
            </a:xfrm>
            <a:custGeom>
              <a:avLst/>
              <a:gdLst/>
              <a:ahLst/>
              <a:cxnLst/>
              <a:rect l="l" t="t" r="r" b="b"/>
              <a:pathLst>
                <a:path w="5829" h="883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cubicBezTo>
                    <a:pt x="1" y="662"/>
                    <a:pt x="190" y="883"/>
                    <a:pt x="442" y="883"/>
                  </a:cubicBezTo>
                  <a:lnTo>
                    <a:pt x="5388" y="883"/>
                  </a:lnTo>
                  <a:cubicBezTo>
                    <a:pt x="5640" y="883"/>
                    <a:pt x="5829" y="662"/>
                    <a:pt x="5829" y="442"/>
                  </a:cubicBezTo>
                  <a:cubicBezTo>
                    <a:pt x="5829" y="190"/>
                    <a:pt x="5640" y="1"/>
                    <a:pt x="53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2" name="Google Shape;732;p64">
              <a:extLst>
                <a:ext uri="{FF2B5EF4-FFF2-40B4-BE49-F238E27FC236}">
                  <a16:creationId xmlns:a16="http://schemas.microsoft.com/office/drawing/2014/main" id="{04725377-8874-4C41-0E54-27E2D7CE319A}"/>
                </a:ext>
              </a:extLst>
            </p:cNvPr>
            <p:cNvSpPr/>
            <p:nvPr/>
          </p:nvSpPr>
          <p:spPr>
            <a:xfrm>
              <a:off x="-60740525" y="2312050"/>
              <a:ext cx="68550" cy="233950"/>
            </a:xfrm>
            <a:custGeom>
              <a:avLst/>
              <a:gdLst/>
              <a:ahLst/>
              <a:cxnLst/>
              <a:rect l="l" t="t" r="r" b="b"/>
              <a:pathLst>
                <a:path w="2742" h="9358" extrusionOk="0">
                  <a:moveTo>
                    <a:pt x="1796" y="789"/>
                  </a:moveTo>
                  <a:cubicBezTo>
                    <a:pt x="1891" y="789"/>
                    <a:pt x="1922" y="852"/>
                    <a:pt x="1922" y="946"/>
                  </a:cubicBezTo>
                  <a:lnTo>
                    <a:pt x="1922" y="1639"/>
                  </a:lnTo>
                  <a:lnTo>
                    <a:pt x="820" y="1639"/>
                  </a:lnTo>
                  <a:lnTo>
                    <a:pt x="820" y="946"/>
                  </a:lnTo>
                  <a:cubicBezTo>
                    <a:pt x="820" y="852"/>
                    <a:pt x="883" y="789"/>
                    <a:pt x="977" y="789"/>
                  </a:cubicBezTo>
                  <a:close/>
                  <a:moveTo>
                    <a:pt x="1922" y="2458"/>
                  </a:moveTo>
                  <a:lnTo>
                    <a:pt x="1922" y="6617"/>
                  </a:lnTo>
                  <a:lnTo>
                    <a:pt x="820" y="6617"/>
                  </a:lnTo>
                  <a:lnTo>
                    <a:pt x="820" y="2458"/>
                  </a:lnTo>
                  <a:close/>
                  <a:moveTo>
                    <a:pt x="1639" y="7436"/>
                  </a:moveTo>
                  <a:lnTo>
                    <a:pt x="1355" y="8035"/>
                  </a:lnTo>
                  <a:lnTo>
                    <a:pt x="1040" y="7436"/>
                  </a:lnTo>
                  <a:close/>
                  <a:moveTo>
                    <a:pt x="977" y="1"/>
                  </a:moveTo>
                  <a:cubicBezTo>
                    <a:pt x="410" y="1"/>
                    <a:pt x="1" y="410"/>
                    <a:pt x="1" y="946"/>
                  </a:cubicBezTo>
                  <a:lnTo>
                    <a:pt x="1" y="6995"/>
                  </a:lnTo>
                  <a:cubicBezTo>
                    <a:pt x="1" y="7090"/>
                    <a:pt x="1" y="7121"/>
                    <a:pt x="32" y="7184"/>
                  </a:cubicBezTo>
                  <a:lnTo>
                    <a:pt x="1009" y="9137"/>
                  </a:lnTo>
                  <a:cubicBezTo>
                    <a:pt x="1103" y="9295"/>
                    <a:pt x="1198" y="9358"/>
                    <a:pt x="1355" y="9358"/>
                  </a:cubicBezTo>
                  <a:cubicBezTo>
                    <a:pt x="1513" y="9358"/>
                    <a:pt x="1670" y="9295"/>
                    <a:pt x="1733" y="9137"/>
                  </a:cubicBezTo>
                  <a:lnTo>
                    <a:pt x="2678" y="7184"/>
                  </a:lnTo>
                  <a:cubicBezTo>
                    <a:pt x="2710" y="7153"/>
                    <a:pt x="2710" y="7090"/>
                    <a:pt x="2710" y="6995"/>
                  </a:cubicBezTo>
                  <a:lnTo>
                    <a:pt x="2710" y="946"/>
                  </a:lnTo>
                  <a:cubicBezTo>
                    <a:pt x="2741" y="410"/>
                    <a:pt x="2300" y="1"/>
                    <a:pt x="17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33" name="Google Shape;733;p64">
            <a:extLst>
              <a:ext uri="{FF2B5EF4-FFF2-40B4-BE49-F238E27FC236}">
                <a16:creationId xmlns:a16="http://schemas.microsoft.com/office/drawing/2014/main" id="{88470C0E-E2D6-A668-D8CB-F588C83770D7}"/>
              </a:ext>
            </a:extLst>
          </p:cNvPr>
          <p:cNvGrpSpPr/>
          <p:nvPr/>
        </p:nvGrpSpPr>
        <p:grpSpPr>
          <a:xfrm>
            <a:off x="2460620" y="2007786"/>
            <a:ext cx="489553" cy="488359"/>
            <a:chOff x="-59092025" y="2296300"/>
            <a:chExt cx="317425" cy="316650"/>
          </a:xfrm>
          <a:solidFill>
            <a:srgbClr val="C00000"/>
          </a:solidFill>
        </p:grpSpPr>
        <p:sp>
          <p:nvSpPr>
            <p:cNvPr id="734" name="Google Shape;734;p64">
              <a:extLst>
                <a:ext uri="{FF2B5EF4-FFF2-40B4-BE49-F238E27FC236}">
                  <a16:creationId xmlns:a16="http://schemas.microsoft.com/office/drawing/2014/main" id="{D2BD9955-3955-9C1D-0A42-7FAD131ACABF}"/>
                </a:ext>
              </a:extLst>
            </p:cNvPr>
            <p:cNvSpPr/>
            <p:nvPr/>
          </p:nvSpPr>
          <p:spPr>
            <a:xfrm>
              <a:off x="-58994350" y="2382950"/>
              <a:ext cx="122875" cy="133925"/>
            </a:xfrm>
            <a:custGeom>
              <a:avLst/>
              <a:gdLst/>
              <a:ahLst/>
              <a:cxnLst/>
              <a:rect l="l" t="t" r="r" b="b"/>
              <a:pathLst>
                <a:path w="4915" h="5357" extrusionOk="0">
                  <a:moveTo>
                    <a:pt x="2457" y="819"/>
                  </a:moveTo>
                  <a:cubicBezTo>
                    <a:pt x="2930" y="819"/>
                    <a:pt x="3277" y="1166"/>
                    <a:pt x="3277" y="1639"/>
                  </a:cubicBezTo>
                  <a:cubicBezTo>
                    <a:pt x="3277" y="2111"/>
                    <a:pt x="2930" y="2458"/>
                    <a:pt x="2457" y="2458"/>
                  </a:cubicBezTo>
                  <a:cubicBezTo>
                    <a:pt x="1985" y="2458"/>
                    <a:pt x="1607" y="2111"/>
                    <a:pt x="1607" y="1639"/>
                  </a:cubicBezTo>
                  <a:cubicBezTo>
                    <a:pt x="1607" y="1166"/>
                    <a:pt x="2016" y="819"/>
                    <a:pt x="2457" y="819"/>
                  </a:cubicBezTo>
                  <a:close/>
                  <a:moveTo>
                    <a:pt x="2489" y="3245"/>
                  </a:moveTo>
                  <a:cubicBezTo>
                    <a:pt x="3277" y="3245"/>
                    <a:pt x="3907" y="3781"/>
                    <a:pt x="4096" y="4506"/>
                  </a:cubicBezTo>
                  <a:lnTo>
                    <a:pt x="882" y="4506"/>
                  </a:lnTo>
                  <a:cubicBezTo>
                    <a:pt x="1071" y="3812"/>
                    <a:pt x="1701" y="3245"/>
                    <a:pt x="2489" y="3245"/>
                  </a:cubicBezTo>
                  <a:close/>
                  <a:moveTo>
                    <a:pt x="2489" y="0"/>
                  </a:moveTo>
                  <a:cubicBezTo>
                    <a:pt x="1575" y="0"/>
                    <a:pt x="819" y="725"/>
                    <a:pt x="819" y="1639"/>
                  </a:cubicBezTo>
                  <a:cubicBezTo>
                    <a:pt x="819" y="2080"/>
                    <a:pt x="977" y="2458"/>
                    <a:pt x="1292" y="2773"/>
                  </a:cubicBezTo>
                  <a:cubicBezTo>
                    <a:pt x="567" y="3214"/>
                    <a:pt x="0" y="4001"/>
                    <a:pt x="0" y="4947"/>
                  </a:cubicBezTo>
                  <a:cubicBezTo>
                    <a:pt x="0" y="5199"/>
                    <a:pt x="189" y="5356"/>
                    <a:pt x="410" y="5356"/>
                  </a:cubicBezTo>
                  <a:lnTo>
                    <a:pt x="4537" y="5356"/>
                  </a:lnTo>
                  <a:cubicBezTo>
                    <a:pt x="4757" y="5356"/>
                    <a:pt x="4915" y="5136"/>
                    <a:pt x="4915" y="4947"/>
                  </a:cubicBezTo>
                  <a:cubicBezTo>
                    <a:pt x="4915" y="4001"/>
                    <a:pt x="4411" y="3182"/>
                    <a:pt x="3655" y="2773"/>
                  </a:cubicBezTo>
                  <a:cubicBezTo>
                    <a:pt x="3938" y="2458"/>
                    <a:pt x="4127" y="2080"/>
                    <a:pt x="4127" y="1639"/>
                  </a:cubicBezTo>
                  <a:cubicBezTo>
                    <a:pt x="4127" y="725"/>
                    <a:pt x="3403" y="0"/>
                    <a:pt x="24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5" name="Google Shape;735;p64">
              <a:extLst>
                <a:ext uri="{FF2B5EF4-FFF2-40B4-BE49-F238E27FC236}">
                  <a16:creationId xmlns:a16="http://schemas.microsoft.com/office/drawing/2014/main" id="{420E03D8-2962-BDF7-0150-EE833F7EB1A3}"/>
                </a:ext>
              </a:extLst>
            </p:cNvPr>
            <p:cNvSpPr/>
            <p:nvPr/>
          </p:nvSpPr>
          <p:spPr>
            <a:xfrm>
              <a:off x="-59092025" y="2296300"/>
              <a:ext cx="317425" cy="316650"/>
            </a:xfrm>
            <a:custGeom>
              <a:avLst/>
              <a:gdLst/>
              <a:ahLst/>
              <a:cxnLst/>
              <a:rect l="l" t="t" r="r" b="b"/>
              <a:pathLst>
                <a:path w="12697" h="12666" extrusionOk="0">
                  <a:moveTo>
                    <a:pt x="1261" y="820"/>
                  </a:moveTo>
                  <a:cubicBezTo>
                    <a:pt x="1513" y="820"/>
                    <a:pt x="1702" y="1009"/>
                    <a:pt x="1702" y="1198"/>
                  </a:cubicBezTo>
                  <a:cubicBezTo>
                    <a:pt x="1670" y="1450"/>
                    <a:pt x="1513" y="1639"/>
                    <a:pt x="1261" y="1639"/>
                  </a:cubicBezTo>
                  <a:cubicBezTo>
                    <a:pt x="1040" y="1639"/>
                    <a:pt x="883" y="1450"/>
                    <a:pt x="883" y="1198"/>
                  </a:cubicBezTo>
                  <a:cubicBezTo>
                    <a:pt x="883" y="977"/>
                    <a:pt x="1072" y="820"/>
                    <a:pt x="1261" y="820"/>
                  </a:cubicBezTo>
                  <a:close/>
                  <a:moveTo>
                    <a:pt x="11468" y="820"/>
                  </a:moveTo>
                  <a:cubicBezTo>
                    <a:pt x="11720" y="820"/>
                    <a:pt x="11878" y="1009"/>
                    <a:pt x="11878" y="1198"/>
                  </a:cubicBezTo>
                  <a:cubicBezTo>
                    <a:pt x="11878" y="1450"/>
                    <a:pt x="11657" y="1639"/>
                    <a:pt x="11468" y="1639"/>
                  </a:cubicBezTo>
                  <a:cubicBezTo>
                    <a:pt x="11248" y="1639"/>
                    <a:pt x="11027" y="1450"/>
                    <a:pt x="11027" y="1198"/>
                  </a:cubicBezTo>
                  <a:cubicBezTo>
                    <a:pt x="11027" y="1009"/>
                    <a:pt x="11248" y="820"/>
                    <a:pt x="11468" y="820"/>
                  </a:cubicBezTo>
                  <a:close/>
                  <a:moveTo>
                    <a:pt x="6396" y="2616"/>
                  </a:moveTo>
                  <a:cubicBezTo>
                    <a:pt x="7341" y="2616"/>
                    <a:pt x="8286" y="2994"/>
                    <a:pt x="9042" y="3718"/>
                  </a:cubicBezTo>
                  <a:cubicBezTo>
                    <a:pt x="10492" y="5136"/>
                    <a:pt x="10492" y="7499"/>
                    <a:pt x="9042" y="8917"/>
                  </a:cubicBezTo>
                  <a:cubicBezTo>
                    <a:pt x="8318" y="9641"/>
                    <a:pt x="7373" y="10019"/>
                    <a:pt x="6396" y="10019"/>
                  </a:cubicBezTo>
                  <a:cubicBezTo>
                    <a:pt x="4348" y="10019"/>
                    <a:pt x="2647" y="8381"/>
                    <a:pt x="2647" y="6333"/>
                  </a:cubicBezTo>
                  <a:cubicBezTo>
                    <a:pt x="2647" y="4222"/>
                    <a:pt x="4348" y="2616"/>
                    <a:pt x="6396" y="2616"/>
                  </a:cubicBezTo>
                  <a:close/>
                  <a:moveTo>
                    <a:pt x="1261" y="10965"/>
                  </a:moveTo>
                  <a:cubicBezTo>
                    <a:pt x="1513" y="10965"/>
                    <a:pt x="1702" y="11185"/>
                    <a:pt x="1702" y="11406"/>
                  </a:cubicBezTo>
                  <a:cubicBezTo>
                    <a:pt x="1670" y="11658"/>
                    <a:pt x="1513" y="11847"/>
                    <a:pt x="1261" y="11847"/>
                  </a:cubicBezTo>
                  <a:cubicBezTo>
                    <a:pt x="1040" y="11847"/>
                    <a:pt x="883" y="11658"/>
                    <a:pt x="883" y="11406"/>
                  </a:cubicBezTo>
                  <a:cubicBezTo>
                    <a:pt x="883" y="11185"/>
                    <a:pt x="1072" y="10965"/>
                    <a:pt x="1261" y="10965"/>
                  </a:cubicBezTo>
                  <a:close/>
                  <a:moveTo>
                    <a:pt x="11468" y="11028"/>
                  </a:moveTo>
                  <a:cubicBezTo>
                    <a:pt x="11720" y="11028"/>
                    <a:pt x="11878" y="11217"/>
                    <a:pt x="11878" y="11437"/>
                  </a:cubicBezTo>
                  <a:cubicBezTo>
                    <a:pt x="11878" y="11689"/>
                    <a:pt x="11657" y="11878"/>
                    <a:pt x="11468" y="11878"/>
                  </a:cubicBezTo>
                  <a:cubicBezTo>
                    <a:pt x="11248" y="11878"/>
                    <a:pt x="11027" y="11689"/>
                    <a:pt x="11027" y="11437"/>
                  </a:cubicBezTo>
                  <a:cubicBezTo>
                    <a:pt x="11027" y="11217"/>
                    <a:pt x="11248" y="11028"/>
                    <a:pt x="11468" y="11028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cubicBezTo>
                    <a:pt x="0" y="1891"/>
                    <a:pt x="567" y="2458"/>
                    <a:pt x="1229" y="2458"/>
                  </a:cubicBezTo>
                  <a:cubicBezTo>
                    <a:pt x="1418" y="2458"/>
                    <a:pt x="1576" y="2427"/>
                    <a:pt x="1796" y="2364"/>
                  </a:cubicBezTo>
                  <a:lnTo>
                    <a:pt x="2836" y="3403"/>
                  </a:lnTo>
                  <a:cubicBezTo>
                    <a:pt x="2174" y="4222"/>
                    <a:pt x="1828" y="5231"/>
                    <a:pt x="1828" y="6302"/>
                  </a:cubicBezTo>
                  <a:cubicBezTo>
                    <a:pt x="1828" y="7341"/>
                    <a:pt x="2174" y="8381"/>
                    <a:pt x="2899" y="9200"/>
                  </a:cubicBezTo>
                  <a:lnTo>
                    <a:pt x="1796" y="10303"/>
                  </a:lnTo>
                  <a:cubicBezTo>
                    <a:pt x="1639" y="10240"/>
                    <a:pt x="1418" y="10177"/>
                    <a:pt x="1229" y="10177"/>
                  </a:cubicBezTo>
                  <a:cubicBezTo>
                    <a:pt x="567" y="10177"/>
                    <a:pt x="0" y="10744"/>
                    <a:pt x="0" y="11437"/>
                  </a:cubicBezTo>
                  <a:cubicBezTo>
                    <a:pt x="0" y="12130"/>
                    <a:pt x="567" y="12666"/>
                    <a:pt x="1229" y="12666"/>
                  </a:cubicBezTo>
                  <a:cubicBezTo>
                    <a:pt x="1891" y="12666"/>
                    <a:pt x="2489" y="12130"/>
                    <a:pt x="2489" y="11437"/>
                  </a:cubicBezTo>
                  <a:cubicBezTo>
                    <a:pt x="2489" y="11248"/>
                    <a:pt x="2458" y="11091"/>
                    <a:pt x="2363" y="10901"/>
                  </a:cubicBezTo>
                  <a:lnTo>
                    <a:pt x="3466" y="9799"/>
                  </a:lnTo>
                  <a:cubicBezTo>
                    <a:pt x="4317" y="10460"/>
                    <a:pt x="5325" y="10838"/>
                    <a:pt x="6396" y="10838"/>
                  </a:cubicBezTo>
                  <a:cubicBezTo>
                    <a:pt x="7467" y="10838"/>
                    <a:pt x="8475" y="10492"/>
                    <a:pt x="9263" y="9830"/>
                  </a:cubicBezTo>
                  <a:lnTo>
                    <a:pt x="10334" y="10901"/>
                  </a:lnTo>
                  <a:cubicBezTo>
                    <a:pt x="10240" y="11059"/>
                    <a:pt x="10208" y="11248"/>
                    <a:pt x="10208" y="11437"/>
                  </a:cubicBezTo>
                  <a:cubicBezTo>
                    <a:pt x="10208" y="12099"/>
                    <a:pt x="10775" y="12666"/>
                    <a:pt x="11468" y="12666"/>
                  </a:cubicBezTo>
                  <a:cubicBezTo>
                    <a:pt x="12130" y="12666"/>
                    <a:pt x="12697" y="12099"/>
                    <a:pt x="12697" y="11437"/>
                  </a:cubicBezTo>
                  <a:cubicBezTo>
                    <a:pt x="12697" y="10775"/>
                    <a:pt x="12130" y="10177"/>
                    <a:pt x="11468" y="10177"/>
                  </a:cubicBezTo>
                  <a:cubicBezTo>
                    <a:pt x="11279" y="10177"/>
                    <a:pt x="11122" y="10208"/>
                    <a:pt x="10933" y="10303"/>
                  </a:cubicBezTo>
                  <a:lnTo>
                    <a:pt x="9861" y="9232"/>
                  </a:lnTo>
                  <a:cubicBezTo>
                    <a:pt x="11279" y="7562"/>
                    <a:pt x="11279" y="5073"/>
                    <a:pt x="9861" y="3403"/>
                  </a:cubicBezTo>
                  <a:lnTo>
                    <a:pt x="10933" y="2364"/>
                  </a:lnTo>
                  <a:cubicBezTo>
                    <a:pt x="11122" y="2427"/>
                    <a:pt x="11279" y="2458"/>
                    <a:pt x="11468" y="2458"/>
                  </a:cubicBezTo>
                  <a:cubicBezTo>
                    <a:pt x="12130" y="2458"/>
                    <a:pt x="12697" y="1923"/>
                    <a:pt x="12697" y="1198"/>
                  </a:cubicBezTo>
                  <a:cubicBezTo>
                    <a:pt x="12697" y="536"/>
                    <a:pt x="12130" y="1"/>
                    <a:pt x="11468" y="1"/>
                  </a:cubicBezTo>
                  <a:cubicBezTo>
                    <a:pt x="10807" y="1"/>
                    <a:pt x="10208" y="536"/>
                    <a:pt x="10208" y="1198"/>
                  </a:cubicBezTo>
                  <a:cubicBezTo>
                    <a:pt x="10208" y="1419"/>
                    <a:pt x="10240" y="1576"/>
                    <a:pt x="10334" y="1765"/>
                  </a:cubicBezTo>
                  <a:lnTo>
                    <a:pt x="9263" y="2836"/>
                  </a:lnTo>
                  <a:cubicBezTo>
                    <a:pt x="8412" y="2127"/>
                    <a:pt x="7373" y="1773"/>
                    <a:pt x="6337" y="1773"/>
                  </a:cubicBezTo>
                  <a:cubicBezTo>
                    <a:pt x="5301" y="1773"/>
                    <a:pt x="4269" y="2127"/>
                    <a:pt x="3434" y="2836"/>
                  </a:cubicBezTo>
                  <a:lnTo>
                    <a:pt x="2363" y="1765"/>
                  </a:lnTo>
                  <a:cubicBezTo>
                    <a:pt x="2458" y="1608"/>
                    <a:pt x="2489" y="1419"/>
                    <a:pt x="2489" y="1198"/>
                  </a:cubicBezTo>
                  <a:cubicBezTo>
                    <a:pt x="2489" y="536"/>
                    <a:pt x="1954" y="1"/>
                    <a:pt x="12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736" name="Google Shape;736;p64">
            <a:extLst>
              <a:ext uri="{FF2B5EF4-FFF2-40B4-BE49-F238E27FC236}">
                <a16:creationId xmlns:a16="http://schemas.microsoft.com/office/drawing/2014/main" id="{4C66AB38-FCBE-CAF9-6BC4-44DA9DF95CFF}"/>
              </a:ext>
            </a:extLst>
          </p:cNvPr>
          <p:cNvSpPr/>
          <p:nvPr/>
        </p:nvSpPr>
        <p:spPr>
          <a:xfrm>
            <a:off x="4218142" y="4843431"/>
            <a:ext cx="468381" cy="465943"/>
          </a:xfrm>
          <a:custGeom>
            <a:avLst/>
            <a:gdLst/>
            <a:ahLst/>
            <a:cxnLst/>
            <a:rect l="l" t="t" r="r" b="b"/>
            <a:pathLst>
              <a:path w="11909" h="11847" extrusionOk="0">
                <a:moveTo>
                  <a:pt x="3560" y="2647"/>
                </a:moveTo>
                <a:lnTo>
                  <a:pt x="3560" y="3561"/>
                </a:lnTo>
                <a:lnTo>
                  <a:pt x="2615" y="3561"/>
                </a:lnTo>
                <a:lnTo>
                  <a:pt x="3560" y="2647"/>
                </a:lnTo>
                <a:close/>
                <a:moveTo>
                  <a:pt x="6616" y="4222"/>
                </a:moveTo>
                <a:cubicBezTo>
                  <a:pt x="7971" y="4285"/>
                  <a:pt x="9074" y="5325"/>
                  <a:pt x="9074" y="6680"/>
                </a:cubicBezTo>
                <a:cubicBezTo>
                  <a:pt x="9074" y="8003"/>
                  <a:pt x="7971" y="9106"/>
                  <a:pt x="6616" y="9106"/>
                </a:cubicBezTo>
                <a:cubicBezTo>
                  <a:pt x="5293" y="9106"/>
                  <a:pt x="4190" y="8003"/>
                  <a:pt x="4190" y="6680"/>
                </a:cubicBezTo>
                <a:cubicBezTo>
                  <a:pt x="4190" y="5325"/>
                  <a:pt x="5293" y="4222"/>
                  <a:pt x="6616" y="4222"/>
                </a:cubicBezTo>
                <a:close/>
                <a:moveTo>
                  <a:pt x="7687" y="757"/>
                </a:moveTo>
                <a:lnTo>
                  <a:pt x="7687" y="1513"/>
                </a:lnTo>
                <a:lnTo>
                  <a:pt x="3875" y="1513"/>
                </a:lnTo>
                <a:cubicBezTo>
                  <a:pt x="3781" y="1513"/>
                  <a:pt x="3655" y="1544"/>
                  <a:pt x="3623" y="1639"/>
                </a:cubicBezTo>
                <a:lnTo>
                  <a:pt x="1512" y="3718"/>
                </a:lnTo>
                <a:cubicBezTo>
                  <a:pt x="1418" y="3813"/>
                  <a:pt x="1386" y="3876"/>
                  <a:pt x="1386" y="3939"/>
                </a:cubicBezTo>
                <a:lnTo>
                  <a:pt x="1386" y="9862"/>
                </a:lnTo>
                <a:lnTo>
                  <a:pt x="662" y="9862"/>
                </a:lnTo>
                <a:lnTo>
                  <a:pt x="662" y="757"/>
                </a:lnTo>
                <a:close/>
                <a:moveTo>
                  <a:pt x="8380" y="2175"/>
                </a:moveTo>
                <a:lnTo>
                  <a:pt x="8380" y="4128"/>
                </a:lnTo>
                <a:cubicBezTo>
                  <a:pt x="7876" y="3813"/>
                  <a:pt x="7278" y="3592"/>
                  <a:pt x="6648" y="3592"/>
                </a:cubicBezTo>
                <a:cubicBezTo>
                  <a:pt x="4915" y="3592"/>
                  <a:pt x="3560" y="5010"/>
                  <a:pt x="3560" y="6711"/>
                </a:cubicBezTo>
                <a:cubicBezTo>
                  <a:pt x="3560" y="8444"/>
                  <a:pt x="4946" y="9830"/>
                  <a:pt x="6648" y="9830"/>
                </a:cubicBezTo>
                <a:cubicBezTo>
                  <a:pt x="7120" y="9830"/>
                  <a:pt x="7593" y="9704"/>
                  <a:pt x="8002" y="9515"/>
                </a:cubicBezTo>
                <a:lnTo>
                  <a:pt x="8380" y="9893"/>
                </a:lnTo>
                <a:lnTo>
                  <a:pt x="8380" y="10492"/>
                </a:lnTo>
                <a:lnTo>
                  <a:pt x="2079" y="10492"/>
                </a:lnTo>
                <a:lnTo>
                  <a:pt x="2079" y="4285"/>
                </a:lnTo>
                <a:lnTo>
                  <a:pt x="3875" y="4285"/>
                </a:lnTo>
                <a:cubicBezTo>
                  <a:pt x="4064" y="4285"/>
                  <a:pt x="4222" y="4128"/>
                  <a:pt x="4222" y="3907"/>
                </a:cubicBezTo>
                <a:lnTo>
                  <a:pt x="4222" y="2175"/>
                </a:lnTo>
                <a:close/>
                <a:moveTo>
                  <a:pt x="9074" y="8633"/>
                </a:moveTo>
                <a:lnTo>
                  <a:pt x="11027" y="10618"/>
                </a:lnTo>
                <a:cubicBezTo>
                  <a:pt x="11153" y="10744"/>
                  <a:pt x="11153" y="10964"/>
                  <a:pt x="11027" y="11090"/>
                </a:cubicBezTo>
                <a:cubicBezTo>
                  <a:pt x="10964" y="11153"/>
                  <a:pt x="10877" y="11185"/>
                  <a:pt x="10791" y="11185"/>
                </a:cubicBezTo>
                <a:cubicBezTo>
                  <a:pt x="10704" y="11185"/>
                  <a:pt x="10617" y="11153"/>
                  <a:pt x="10554" y="11090"/>
                </a:cubicBezTo>
                <a:lnTo>
                  <a:pt x="8601" y="9106"/>
                </a:lnTo>
                <a:cubicBezTo>
                  <a:pt x="8790" y="9011"/>
                  <a:pt x="8948" y="8791"/>
                  <a:pt x="9074" y="8633"/>
                </a:cubicBezTo>
                <a:close/>
                <a:moveTo>
                  <a:pt x="347" y="1"/>
                </a:moveTo>
                <a:cubicBezTo>
                  <a:pt x="158" y="1"/>
                  <a:pt x="0" y="190"/>
                  <a:pt x="0" y="379"/>
                </a:cubicBezTo>
                <a:lnTo>
                  <a:pt x="0" y="10145"/>
                </a:lnTo>
                <a:cubicBezTo>
                  <a:pt x="0" y="10334"/>
                  <a:pt x="158" y="10492"/>
                  <a:pt x="347" y="10492"/>
                </a:cubicBezTo>
                <a:lnTo>
                  <a:pt x="1386" y="10492"/>
                </a:lnTo>
                <a:lnTo>
                  <a:pt x="1386" y="10838"/>
                </a:lnTo>
                <a:cubicBezTo>
                  <a:pt x="1386" y="11059"/>
                  <a:pt x="1544" y="11216"/>
                  <a:pt x="1733" y="11216"/>
                </a:cubicBezTo>
                <a:lnTo>
                  <a:pt x="8695" y="11216"/>
                </a:lnTo>
                <a:cubicBezTo>
                  <a:pt x="8916" y="11216"/>
                  <a:pt x="9074" y="11059"/>
                  <a:pt x="9074" y="10838"/>
                </a:cubicBezTo>
                <a:lnTo>
                  <a:pt x="9074" y="10586"/>
                </a:lnTo>
                <a:lnTo>
                  <a:pt x="10050" y="11563"/>
                </a:lnTo>
                <a:cubicBezTo>
                  <a:pt x="10239" y="11752"/>
                  <a:pt x="10507" y="11847"/>
                  <a:pt x="10775" y="11847"/>
                </a:cubicBezTo>
                <a:cubicBezTo>
                  <a:pt x="11043" y="11847"/>
                  <a:pt x="11310" y="11752"/>
                  <a:pt x="11499" y="11563"/>
                </a:cubicBezTo>
                <a:cubicBezTo>
                  <a:pt x="11909" y="11153"/>
                  <a:pt x="11909" y="10492"/>
                  <a:pt x="11499" y="10114"/>
                </a:cubicBezTo>
                <a:lnTo>
                  <a:pt x="9420" y="8003"/>
                </a:lnTo>
                <a:cubicBezTo>
                  <a:pt x="9609" y="7625"/>
                  <a:pt x="9735" y="7152"/>
                  <a:pt x="9735" y="6680"/>
                </a:cubicBezTo>
                <a:cubicBezTo>
                  <a:pt x="9735" y="5924"/>
                  <a:pt x="9452" y="5262"/>
                  <a:pt x="9011" y="4695"/>
                </a:cubicBezTo>
                <a:lnTo>
                  <a:pt x="9011" y="1828"/>
                </a:lnTo>
                <a:cubicBezTo>
                  <a:pt x="9011" y="1639"/>
                  <a:pt x="8853" y="1481"/>
                  <a:pt x="8664" y="1481"/>
                </a:cubicBezTo>
                <a:lnTo>
                  <a:pt x="8317" y="1481"/>
                </a:lnTo>
                <a:lnTo>
                  <a:pt x="8317" y="379"/>
                </a:lnTo>
                <a:cubicBezTo>
                  <a:pt x="8317" y="190"/>
                  <a:pt x="8160" y="1"/>
                  <a:pt x="7971" y="1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737" name="Google Shape;737;p64">
            <a:extLst>
              <a:ext uri="{FF2B5EF4-FFF2-40B4-BE49-F238E27FC236}">
                <a16:creationId xmlns:a16="http://schemas.microsoft.com/office/drawing/2014/main" id="{CE1D19D4-8CEC-FEB6-7E1F-0BE7E48008E6}"/>
              </a:ext>
            </a:extLst>
          </p:cNvPr>
          <p:cNvGrpSpPr/>
          <p:nvPr/>
        </p:nvGrpSpPr>
        <p:grpSpPr>
          <a:xfrm>
            <a:off x="7561080" y="4622339"/>
            <a:ext cx="469640" cy="464723"/>
            <a:chOff x="1049375" y="2318350"/>
            <a:chExt cx="298525" cy="295400"/>
          </a:xfrm>
          <a:solidFill>
            <a:srgbClr val="C00000"/>
          </a:solidFill>
        </p:grpSpPr>
        <p:sp>
          <p:nvSpPr>
            <p:cNvPr id="738" name="Google Shape;738;p64">
              <a:extLst>
                <a:ext uri="{FF2B5EF4-FFF2-40B4-BE49-F238E27FC236}">
                  <a16:creationId xmlns:a16="http://schemas.microsoft.com/office/drawing/2014/main" id="{976C2ED5-7220-0692-C9AE-BE72B236DB62}"/>
                </a:ext>
              </a:extLst>
            </p:cNvPr>
            <p:cNvSpPr/>
            <p:nvPr/>
          </p:nvSpPr>
          <p:spPr>
            <a:xfrm>
              <a:off x="1101350" y="2492325"/>
              <a:ext cx="70125" cy="50525"/>
            </a:xfrm>
            <a:custGeom>
              <a:avLst/>
              <a:gdLst/>
              <a:ahLst/>
              <a:cxnLst/>
              <a:rect l="l" t="t" r="r" b="b"/>
              <a:pathLst>
                <a:path w="2805" h="2021" extrusionOk="0">
                  <a:moveTo>
                    <a:pt x="2473" y="0"/>
                  </a:moveTo>
                  <a:cubicBezTo>
                    <a:pt x="2377" y="0"/>
                    <a:pt x="2273" y="32"/>
                    <a:pt x="2206" y="99"/>
                  </a:cubicBezTo>
                  <a:lnTo>
                    <a:pt x="1072" y="1233"/>
                  </a:lnTo>
                  <a:lnTo>
                    <a:pt x="599" y="761"/>
                  </a:lnTo>
                  <a:cubicBezTo>
                    <a:pt x="536" y="713"/>
                    <a:pt x="449" y="690"/>
                    <a:pt x="363" y="690"/>
                  </a:cubicBezTo>
                  <a:cubicBezTo>
                    <a:pt x="276" y="690"/>
                    <a:pt x="189" y="713"/>
                    <a:pt x="126" y="761"/>
                  </a:cubicBezTo>
                  <a:cubicBezTo>
                    <a:pt x="0" y="887"/>
                    <a:pt x="0" y="1139"/>
                    <a:pt x="126" y="1233"/>
                  </a:cubicBezTo>
                  <a:lnTo>
                    <a:pt x="820" y="1958"/>
                  </a:lnTo>
                  <a:cubicBezTo>
                    <a:pt x="914" y="2021"/>
                    <a:pt x="977" y="2021"/>
                    <a:pt x="1072" y="2021"/>
                  </a:cubicBezTo>
                  <a:cubicBezTo>
                    <a:pt x="1135" y="2021"/>
                    <a:pt x="1261" y="1989"/>
                    <a:pt x="1292" y="1926"/>
                  </a:cubicBezTo>
                  <a:lnTo>
                    <a:pt x="2678" y="540"/>
                  </a:lnTo>
                  <a:cubicBezTo>
                    <a:pt x="2804" y="414"/>
                    <a:pt x="2804" y="162"/>
                    <a:pt x="2678" y="68"/>
                  </a:cubicBezTo>
                  <a:cubicBezTo>
                    <a:pt x="2634" y="24"/>
                    <a:pt x="2557" y="0"/>
                    <a:pt x="24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9" name="Google Shape;739;p64">
              <a:extLst>
                <a:ext uri="{FF2B5EF4-FFF2-40B4-BE49-F238E27FC236}">
                  <a16:creationId xmlns:a16="http://schemas.microsoft.com/office/drawing/2014/main" id="{7B4ABB5C-560D-3F79-D368-ABADEB7FA0BC}"/>
                </a:ext>
              </a:extLst>
            </p:cNvPr>
            <p:cNvSpPr/>
            <p:nvPr/>
          </p:nvSpPr>
          <p:spPr>
            <a:xfrm>
              <a:off x="1101350" y="2440525"/>
              <a:ext cx="70125" cy="51150"/>
            </a:xfrm>
            <a:custGeom>
              <a:avLst/>
              <a:gdLst/>
              <a:ahLst/>
              <a:cxnLst/>
              <a:rect l="l" t="t" r="r" b="b"/>
              <a:pathLst>
                <a:path w="2805" h="2046" extrusionOk="0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38"/>
                    <a:pt x="449" y="714"/>
                    <a:pt x="363" y="714"/>
                  </a:cubicBezTo>
                  <a:cubicBezTo>
                    <a:pt x="276" y="714"/>
                    <a:pt x="189" y="738"/>
                    <a:pt x="126" y="785"/>
                  </a:cubicBezTo>
                  <a:cubicBezTo>
                    <a:pt x="0" y="911"/>
                    <a:pt x="0" y="1163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4"/>
                    <a:pt x="1292" y="1951"/>
                  </a:cubicBezTo>
                  <a:lnTo>
                    <a:pt x="2678" y="564"/>
                  </a:lnTo>
                  <a:cubicBezTo>
                    <a:pt x="2804" y="438"/>
                    <a:pt x="2804" y="186"/>
                    <a:pt x="2678" y="92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0" name="Google Shape;740;p64">
              <a:extLst>
                <a:ext uri="{FF2B5EF4-FFF2-40B4-BE49-F238E27FC236}">
                  <a16:creationId xmlns:a16="http://schemas.microsoft.com/office/drawing/2014/main" id="{499200F2-DE8A-3D1B-AC4E-B50BD4B5ACA6}"/>
                </a:ext>
              </a:extLst>
            </p:cNvPr>
            <p:cNvSpPr/>
            <p:nvPr/>
          </p:nvSpPr>
          <p:spPr>
            <a:xfrm>
              <a:off x="1101350" y="2388550"/>
              <a:ext cx="70125" cy="51125"/>
            </a:xfrm>
            <a:custGeom>
              <a:avLst/>
              <a:gdLst/>
              <a:ahLst/>
              <a:cxnLst/>
              <a:rect l="l" t="t" r="r" b="b"/>
              <a:pathLst>
                <a:path w="2805" h="2045" extrusionOk="0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22"/>
                    <a:pt x="449" y="690"/>
                    <a:pt x="363" y="690"/>
                  </a:cubicBezTo>
                  <a:cubicBezTo>
                    <a:pt x="276" y="690"/>
                    <a:pt x="189" y="722"/>
                    <a:pt x="126" y="785"/>
                  </a:cubicBezTo>
                  <a:cubicBezTo>
                    <a:pt x="0" y="911"/>
                    <a:pt x="0" y="1131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3"/>
                    <a:pt x="1292" y="1919"/>
                  </a:cubicBezTo>
                  <a:lnTo>
                    <a:pt x="2678" y="532"/>
                  </a:lnTo>
                  <a:cubicBezTo>
                    <a:pt x="2804" y="438"/>
                    <a:pt x="2804" y="186"/>
                    <a:pt x="2678" y="91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1" name="Google Shape;741;p64">
              <a:extLst>
                <a:ext uri="{FF2B5EF4-FFF2-40B4-BE49-F238E27FC236}">
                  <a16:creationId xmlns:a16="http://schemas.microsoft.com/office/drawing/2014/main" id="{FEF552DE-C273-94F9-36C1-60197E7A682C}"/>
                </a:ext>
              </a:extLst>
            </p:cNvPr>
            <p:cNvSpPr/>
            <p:nvPr/>
          </p:nvSpPr>
          <p:spPr>
            <a:xfrm>
              <a:off x="1049375" y="2318350"/>
              <a:ext cx="298525" cy="295400"/>
            </a:xfrm>
            <a:custGeom>
              <a:avLst/>
              <a:gdLst/>
              <a:ahLst/>
              <a:cxnLst/>
              <a:rect l="l" t="t" r="r" b="b"/>
              <a:pathLst>
                <a:path w="11941" h="11816" extrusionOk="0">
                  <a:moveTo>
                    <a:pt x="6963" y="1198"/>
                  </a:moveTo>
                  <a:lnTo>
                    <a:pt x="7876" y="2143"/>
                  </a:lnTo>
                  <a:lnTo>
                    <a:pt x="6963" y="2143"/>
                  </a:lnTo>
                  <a:lnTo>
                    <a:pt x="6963" y="1198"/>
                  </a:lnTo>
                  <a:close/>
                  <a:moveTo>
                    <a:pt x="10286" y="3498"/>
                  </a:moveTo>
                  <a:cubicBezTo>
                    <a:pt x="10373" y="3498"/>
                    <a:pt x="10460" y="3530"/>
                    <a:pt x="10523" y="3593"/>
                  </a:cubicBezTo>
                  <a:lnTo>
                    <a:pt x="10995" y="4065"/>
                  </a:lnTo>
                  <a:cubicBezTo>
                    <a:pt x="11184" y="4223"/>
                    <a:pt x="11184" y="4475"/>
                    <a:pt x="11027" y="4569"/>
                  </a:cubicBezTo>
                  <a:lnTo>
                    <a:pt x="10806" y="4821"/>
                  </a:lnTo>
                  <a:lnTo>
                    <a:pt x="9798" y="3845"/>
                  </a:lnTo>
                  <a:lnTo>
                    <a:pt x="10050" y="3593"/>
                  </a:lnTo>
                  <a:cubicBezTo>
                    <a:pt x="10113" y="3530"/>
                    <a:pt x="10200" y="3498"/>
                    <a:pt x="10286" y="3498"/>
                  </a:cubicBezTo>
                  <a:close/>
                  <a:moveTo>
                    <a:pt x="9294" y="4349"/>
                  </a:moveTo>
                  <a:lnTo>
                    <a:pt x="10271" y="5325"/>
                  </a:lnTo>
                  <a:lnTo>
                    <a:pt x="7845" y="7783"/>
                  </a:lnTo>
                  <a:lnTo>
                    <a:pt x="6868" y="6774"/>
                  </a:lnTo>
                  <a:lnTo>
                    <a:pt x="9294" y="4349"/>
                  </a:lnTo>
                  <a:close/>
                  <a:moveTo>
                    <a:pt x="6585" y="7499"/>
                  </a:moveTo>
                  <a:lnTo>
                    <a:pt x="7183" y="8098"/>
                  </a:lnTo>
                  <a:lnTo>
                    <a:pt x="6427" y="8255"/>
                  </a:lnTo>
                  <a:lnTo>
                    <a:pt x="6585" y="7499"/>
                  </a:lnTo>
                  <a:close/>
                  <a:moveTo>
                    <a:pt x="6994" y="10398"/>
                  </a:moveTo>
                  <a:lnTo>
                    <a:pt x="6994" y="10776"/>
                  </a:lnTo>
                  <a:cubicBezTo>
                    <a:pt x="6994" y="10870"/>
                    <a:pt x="7057" y="10996"/>
                    <a:pt x="7089" y="11122"/>
                  </a:cubicBezTo>
                  <a:lnTo>
                    <a:pt x="1071" y="11122"/>
                  </a:lnTo>
                  <a:cubicBezTo>
                    <a:pt x="882" y="11122"/>
                    <a:pt x="693" y="10965"/>
                    <a:pt x="693" y="10776"/>
                  </a:cubicBezTo>
                  <a:lnTo>
                    <a:pt x="693" y="10398"/>
                  </a:lnTo>
                  <a:close/>
                  <a:moveTo>
                    <a:pt x="6270" y="663"/>
                  </a:moveTo>
                  <a:lnTo>
                    <a:pt x="6270" y="2458"/>
                  </a:lnTo>
                  <a:cubicBezTo>
                    <a:pt x="6270" y="2647"/>
                    <a:pt x="6427" y="2805"/>
                    <a:pt x="6616" y="2805"/>
                  </a:cubicBezTo>
                  <a:lnTo>
                    <a:pt x="8349" y="2805"/>
                  </a:lnTo>
                  <a:lnTo>
                    <a:pt x="8349" y="4286"/>
                  </a:lnTo>
                  <a:lnTo>
                    <a:pt x="6112" y="6554"/>
                  </a:lnTo>
                  <a:cubicBezTo>
                    <a:pt x="6081" y="6585"/>
                    <a:pt x="6018" y="6680"/>
                    <a:pt x="6018" y="6711"/>
                  </a:cubicBezTo>
                  <a:lnTo>
                    <a:pt x="5608" y="8633"/>
                  </a:lnTo>
                  <a:cubicBezTo>
                    <a:pt x="5545" y="8759"/>
                    <a:pt x="5608" y="8885"/>
                    <a:pt x="5671" y="8948"/>
                  </a:cubicBezTo>
                  <a:cubicBezTo>
                    <a:pt x="5742" y="9019"/>
                    <a:pt x="5813" y="9055"/>
                    <a:pt x="5897" y="9055"/>
                  </a:cubicBezTo>
                  <a:cubicBezTo>
                    <a:pt x="5925" y="9055"/>
                    <a:pt x="5955" y="9051"/>
                    <a:pt x="5986" y="9043"/>
                  </a:cubicBezTo>
                  <a:lnTo>
                    <a:pt x="7908" y="8602"/>
                  </a:lnTo>
                  <a:cubicBezTo>
                    <a:pt x="8002" y="8602"/>
                    <a:pt x="8034" y="8570"/>
                    <a:pt x="8065" y="8507"/>
                  </a:cubicBezTo>
                  <a:lnTo>
                    <a:pt x="8349" y="8255"/>
                  </a:lnTo>
                  <a:lnTo>
                    <a:pt x="8349" y="10807"/>
                  </a:lnTo>
                  <a:lnTo>
                    <a:pt x="8380" y="10807"/>
                  </a:lnTo>
                  <a:cubicBezTo>
                    <a:pt x="8380" y="10996"/>
                    <a:pt x="8223" y="11154"/>
                    <a:pt x="8034" y="11154"/>
                  </a:cubicBezTo>
                  <a:cubicBezTo>
                    <a:pt x="7845" y="11154"/>
                    <a:pt x="7687" y="10996"/>
                    <a:pt x="7687" y="10807"/>
                  </a:cubicBezTo>
                  <a:lnTo>
                    <a:pt x="7687" y="10083"/>
                  </a:lnTo>
                  <a:cubicBezTo>
                    <a:pt x="7687" y="9893"/>
                    <a:pt x="7530" y="9736"/>
                    <a:pt x="7309" y="9736"/>
                  </a:cubicBezTo>
                  <a:lnTo>
                    <a:pt x="1386" y="9736"/>
                  </a:lnTo>
                  <a:lnTo>
                    <a:pt x="1386" y="663"/>
                  </a:lnTo>
                  <a:close/>
                  <a:moveTo>
                    <a:pt x="1071" y="1"/>
                  </a:moveTo>
                  <a:cubicBezTo>
                    <a:pt x="882" y="1"/>
                    <a:pt x="693" y="158"/>
                    <a:pt x="693" y="379"/>
                  </a:cubicBezTo>
                  <a:lnTo>
                    <a:pt x="693" y="9736"/>
                  </a:lnTo>
                  <a:lnTo>
                    <a:pt x="347" y="9736"/>
                  </a:lnTo>
                  <a:cubicBezTo>
                    <a:pt x="158" y="9736"/>
                    <a:pt x="0" y="9893"/>
                    <a:pt x="0" y="10083"/>
                  </a:cubicBezTo>
                  <a:lnTo>
                    <a:pt x="0" y="10807"/>
                  </a:lnTo>
                  <a:cubicBezTo>
                    <a:pt x="0" y="11406"/>
                    <a:pt x="473" y="11815"/>
                    <a:pt x="1008" y="11815"/>
                  </a:cubicBezTo>
                  <a:lnTo>
                    <a:pt x="8002" y="11815"/>
                  </a:lnTo>
                  <a:cubicBezTo>
                    <a:pt x="8569" y="11815"/>
                    <a:pt x="9011" y="11343"/>
                    <a:pt x="9011" y="10807"/>
                  </a:cubicBezTo>
                  <a:lnTo>
                    <a:pt x="9011" y="7562"/>
                  </a:lnTo>
                  <a:lnTo>
                    <a:pt x="11499" y="5105"/>
                  </a:lnTo>
                  <a:cubicBezTo>
                    <a:pt x="11940" y="4664"/>
                    <a:pt x="11940" y="4034"/>
                    <a:pt x="11531" y="3593"/>
                  </a:cubicBezTo>
                  <a:lnTo>
                    <a:pt x="11058" y="3120"/>
                  </a:lnTo>
                  <a:cubicBezTo>
                    <a:pt x="10869" y="2931"/>
                    <a:pt x="10609" y="2836"/>
                    <a:pt x="10346" y="2836"/>
                  </a:cubicBezTo>
                  <a:cubicBezTo>
                    <a:pt x="10082" y="2836"/>
                    <a:pt x="9814" y="2931"/>
                    <a:pt x="9609" y="3120"/>
                  </a:cubicBezTo>
                  <a:lnTo>
                    <a:pt x="9105" y="3624"/>
                  </a:lnTo>
                  <a:lnTo>
                    <a:pt x="9105" y="2490"/>
                  </a:lnTo>
                  <a:cubicBezTo>
                    <a:pt x="9105" y="2427"/>
                    <a:pt x="9074" y="2332"/>
                    <a:pt x="8979" y="2269"/>
                  </a:cubicBezTo>
                  <a:lnTo>
                    <a:pt x="6900" y="127"/>
                  </a:lnTo>
                  <a:cubicBezTo>
                    <a:pt x="6805" y="64"/>
                    <a:pt x="6742" y="1"/>
                    <a:pt x="66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42" name="Google Shape;742;p64">
            <a:extLst>
              <a:ext uri="{FF2B5EF4-FFF2-40B4-BE49-F238E27FC236}">
                <a16:creationId xmlns:a16="http://schemas.microsoft.com/office/drawing/2014/main" id="{EAD8E28A-8BC8-94D3-CBD7-CFAF1F2DB5C4}"/>
              </a:ext>
            </a:extLst>
          </p:cNvPr>
          <p:cNvGrpSpPr/>
          <p:nvPr/>
        </p:nvGrpSpPr>
        <p:grpSpPr>
          <a:xfrm>
            <a:off x="5851820" y="1916916"/>
            <a:ext cx="488359" cy="488976"/>
            <a:chOff x="-61784125" y="1931250"/>
            <a:chExt cx="316650" cy="317050"/>
          </a:xfrm>
          <a:solidFill>
            <a:srgbClr val="C00000"/>
          </a:solidFill>
        </p:grpSpPr>
        <p:sp>
          <p:nvSpPr>
            <p:cNvPr id="743" name="Google Shape;743;p64">
              <a:extLst>
                <a:ext uri="{FF2B5EF4-FFF2-40B4-BE49-F238E27FC236}">
                  <a16:creationId xmlns:a16="http://schemas.microsoft.com/office/drawing/2014/main" id="{E1B26C2A-8A9D-1279-45B2-F69540036CE8}"/>
                </a:ext>
              </a:extLst>
            </p:cNvPr>
            <p:cNvSpPr/>
            <p:nvPr/>
          </p:nvSpPr>
          <p:spPr>
            <a:xfrm>
              <a:off x="-61688025" y="1931250"/>
              <a:ext cx="124450" cy="134300"/>
            </a:xfrm>
            <a:custGeom>
              <a:avLst/>
              <a:gdLst/>
              <a:ahLst/>
              <a:cxnLst/>
              <a:rect l="l" t="t" r="r" b="b"/>
              <a:pathLst>
                <a:path w="4978" h="5372" extrusionOk="0">
                  <a:moveTo>
                    <a:pt x="2497" y="845"/>
                  </a:moveTo>
                  <a:cubicBezTo>
                    <a:pt x="2709" y="845"/>
                    <a:pt x="2922" y="922"/>
                    <a:pt x="3088" y="1087"/>
                  </a:cubicBezTo>
                  <a:cubicBezTo>
                    <a:pt x="3277" y="1276"/>
                    <a:pt x="3340" y="1591"/>
                    <a:pt x="3277" y="1906"/>
                  </a:cubicBezTo>
                  <a:cubicBezTo>
                    <a:pt x="3182" y="2190"/>
                    <a:pt x="2993" y="2410"/>
                    <a:pt x="2709" y="2442"/>
                  </a:cubicBezTo>
                  <a:cubicBezTo>
                    <a:pt x="2625" y="2467"/>
                    <a:pt x="2545" y="2479"/>
                    <a:pt x="2469" y="2479"/>
                  </a:cubicBezTo>
                  <a:cubicBezTo>
                    <a:pt x="2259" y="2479"/>
                    <a:pt x="2075" y="2391"/>
                    <a:pt x="1890" y="2253"/>
                  </a:cubicBezTo>
                  <a:cubicBezTo>
                    <a:pt x="1701" y="2032"/>
                    <a:pt x="1607" y="1717"/>
                    <a:pt x="1701" y="1434"/>
                  </a:cubicBezTo>
                  <a:cubicBezTo>
                    <a:pt x="1800" y="1059"/>
                    <a:pt x="2145" y="845"/>
                    <a:pt x="2497" y="845"/>
                  </a:cubicBezTo>
                  <a:close/>
                  <a:moveTo>
                    <a:pt x="2520" y="3324"/>
                  </a:moveTo>
                  <a:cubicBezTo>
                    <a:pt x="3277" y="3324"/>
                    <a:pt x="3907" y="3828"/>
                    <a:pt x="4096" y="4553"/>
                  </a:cubicBezTo>
                  <a:lnTo>
                    <a:pt x="914" y="4553"/>
                  </a:lnTo>
                  <a:cubicBezTo>
                    <a:pt x="1103" y="3828"/>
                    <a:pt x="1733" y="3324"/>
                    <a:pt x="2520" y="3324"/>
                  </a:cubicBezTo>
                  <a:close/>
                  <a:moveTo>
                    <a:pt x="2510" y="1"/>
                  </a:moveTo>
                  <a:cubicBezTo>
                    <a:pt x="1805" y="1"/>
                    <a:pt x="1113" y="455"/>
                    <a:pt x="914" y="1213"/>
                  </a:cubicBezTo>
                  <a:cubicBezTo>
                    <a:pt x="756" y="1780"/>
                    <a:pt x="914" y="2347"/>
                    <a:pt x="1292" y="2789"/>
                  </a:cubicBezTo>
                  <a:cubicBezTo>
                    <a:pt x="567" y="3198"/>
                    <a:pt x="0" y="3986"/>
                    <a:pt x="0" y="4931"/>
                  </a:cubicBezTo>
                  <a:cubicBezTo>
                    <a:pt x="0" y="5183"/>
                    <a:pt x="189" y="5372"/>
                    <a:pt x="441" y="5372"/>
                  </a:cubicBezTo>
                  <a:lnTo>
                    <a:pt x="4568" y="5372"/>
                  </a:lnTo>
                  <a:cubicBezTo>
                    <a:pt x="4820" y="5372"/>
                    <a:pt x="4978" y="5183"/>
                    <a:pt x="4978" y="4931"/>
                  </a:cubicBezTo>
                  <a:cubicBezTo>
                    <a:pt x="4978" y="3986"/>
                    <a:pt x="4442" y="3198"/>
                    <a:pt x="3718" y="2789"/>
                  </a:cubicBezTo>
                  <a:cubicBezTo>
                    <a:pt x="3907" y="2568"/>
                    <a:pt x="4033" y="2347"/>
                    <a:pt x="4096" y="2064"/>
                  </a:cubicBezTo>
                  <a:cubicBezTo>
                    <a:pt x="4253" y="1528"/>
                    <a:pt x="4096" y="930"/>
                    <a:pt x="3655" y="489"/>
                  </a:cubicBezTo>
                  <a:cubicBezTo>
                    <a:pt x="3331" y="153"/>
                    <a:pt x="2918" y="1"/>
                    <a:pt x="25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4" name="Google Shape;744;p64">
              <a:extLst>
                <a:ext uri="{FF2B5EF4-FFF2-40B4-BE49-F238E27FC236}">
                  <a16:creationId xmlns:a16="http://schemas.microsoft.com/office/drawing/2014/main" id="{63923BF2-F0E0-F4F9-DCCC-5BB52D617E3C}"/>
                </a:ext>
              </a:extLst>
            </p:cNvPr>
            <p:cNvSpPr/>
            <p:nvPr/>
          </p:nvSpPr>
          <p:spPr>
            <a:xfrm>
              <a:off x="-61784125" y="2113325"/>
              <a:ext cx="124450" cy="134975"/>
            </a:xfrm>
            <a:custGeom>
              <a:avLst/>
              <a:gdLst/>
              <a:ahLst/>
              <a:cxnLst/>
              <a:rect l="l" t="t" r="r" b="b"/>
              <a:pathLst>
                <a:path w="4978" h="5399" extrusionOk="0">
                  <a:moveTo>
                    <a:pt x="2482" y="848"/>
                  </a:moveTo>
                  <a:cubicBezTo>
                    <a:pt x="2688" y="848"/>
                    <a:pt x="2895" y="921"/>
                    <a:pt x="3056" y="1082"/>
                  </a:cubicBezTo>
                  <a:cubicBezTo>
                    <a:pt x="3245" y="1271"/>
                    <a:pt x="3340" y="1586"/>
                    <a:pt x="3245" y="1901"/>
                  </a:cubicBezTo>
                  <a:cubicBezTo>
                    <a:pt x="3182" y="2185"/>
                    <a:pt x="2993" y="2437"/>
                    <a:pt x="2710" y="2468"/>
                  </a:cubicBezTo>
                  <a:cubicBezTo>
                    <a:pt x="2633" y="2483"/>
                    <a:pt x="2559" y="2491"/>
                    <a:pt x="2487" y="2491"/>
                  </a:cubicBezTo>
                  <a:cubicBezTo>
                    <a:pt x="2261" y="2491"/>
                    <a:pt x="2058" y="2415"/>
                    <a:pt x="1891" y="2248"/>
                  </a:cubicBezTo>
                  <a:cubicBezTo>
                    <a:pt x="1670" y="2059"/>
                    <a:pt x="1607" y="1743"/>
                    <a:pt x="1670" y="1428"/>
                  </a:cubicBezTo>
                  <a:cubicBezTo>
                    <a:pt x="1770" y="1068"/>
                    <a:pt x="2124" y="848"/>
                    <a:pt x="2482" y="848"/>
                  </a:cubicBezTo>
                  <a:close/>
                  <a:moveTo>
                    <a:pt x="2458" y="3319"/>
                  </a:moveTo>
                  <a:cubicBezTo>
                    <a:pt x="3245" y="3319"/>
                    <a:pt x="3907" y="3854"/>
                    <a:pt x="4096" y="4547"/>
                  </a:cubicBezTo>
                  <a:lnTo>
                    <a:pt x="883" y="4547"/>
                  </a:lnTo>
                  <a:cubicBezTo>
                    <a:pt x="1040" y="3886"/>
                    <a:pt x="1733" y="3319"/>
                    <a:pt x="2458" y="3319"/>
                  </a:cubicBezTo>
                  <a:close/>
                  <a:moveTo>
                    <a:pt x="2509" y="1"/>
                  </a:moveTo>
                  <a:cubicBezTo>
                    <a:pt x="1812" y="1"/>
                    <a:pt x="1143" y="437"/>
                    <a:pt x="946" y="1208"/>
                  </a:cubicBezTo>
                  <a:cubicBezTo>
                    <a:pt x="788" y="1806"/>
                    <a:pt x="946" y="2342"/>
                    <a:pt x="1324" y="2783"/>
                  </a:cubicBezTo>
                  <a:cubicBezTo>
                    <a:pt x="568" y="3224"/>
                    <a:pt x="32" y="4012"/>
                    <a:pt x="32" y="4957"/>
                  </a:cubicBezTo>
                  <a:cubicBezTo>
                    <a:pt x="0" y="5209"/>
                    <a:pt x="189" y="5398"/>
                    <a:pt x="410" y="5398"/>
                  </a:cubicBezTo>
                  <a:lnTo>
                    <a:pt x="4569" y="5398"/>
                  </a:lnTo>
                  <a:cubicBezTo>
                    <a:pt x="4789" y="5398"/>
                    <a:pt x="4978" y="5209"/>
                    <a:pt x="4978" y="4988"/>
                  </a:cubicBezTo>
                  <a:cubicBezTo>
                    <a:pt x="4978" y="4043"/>
                    <a:pt x="4474" y="3256"/>
                    <a:pt x="3718" y="2815"/>
                  </a:cubicBezTo>
                  <a:cubicBezTo>
                    <a:pt x="3939" y="2626"/>
                    <a:pt x="4033" y="2374"/>
                    <a:pt x="4128" y="2090"/>
                  </a:cubicBezTo>
                  <a:cubicBezTo>
                    <a:pt x="4285" y="1523"/>
                    <a:pt x="4128" y="924"/>
                    <a:pt x="3687" y="483"/>
                  </a:cubicBezTo>
                  <a:cubicBezTo>
                    <a:pt x="3346" y="155"/>
                    <a:pt x="2923" y="1"/>
                    <a:pt x="25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5" name="Google Shape;745;p64">
              <a:extLst>
                <a:ext uri="{FF2B5EF4-FFF2-40B4-BE49-F238E27FC236}">
                  <a16:creationId xmlns:a16="http://schemas.microsoft.com/office/drawing/2014/main" id="{2DBE840B-DAE4-DA52-786E-0E79F26AC6AD}"/>
                </a:ext>
              </a:extLst>
            </p:cNvPr>
            <p:cNvSpPr/>
            <p:nvPr/>
          </p:nvSpPr>
          <p:spPr>
            <a:xfrm>
              <a:off x="-61591150" y="2113325"/>
              <a:ext cx="123675" cy="134175"/>
            </a:xfrm>
            <a:custGeom>
              <a:avLst/>
              <a:gdLst/>
              <a:ahLst/>
              <a:cxnLst/>
              <a:rect l="l" t="t" r="r" b="b"/>
              <a:pathLst>
                <a:path w="4947" h="5367" extrusionOk="0">
                  <a:moveTo>
                    <a:pt x="2482" y="848"/>
                  </a:moveTo>
                  <a:cubicBezTo>
                    <a:pt x="2688" y="848"/>
                    <a:pt x="2895" y="921"/>
                    <a:pt x="3056" y="1082"/>
                  </a:cubicBezTo>
                  <a:cubicBezTo>
                    <a:pt x="3245" y="1271"/>
                    <a:pt x="3340" y="1586"/>
                    <a:pt x="3245" y="1901"/>
                  </a:cubicBezTo>
                  <a:cubicBezTo>
                    <a:pt x="3182" y="2185"/>
                    <a:pt x="2993" y="2437"/>
                    <a:pt x="2710" y="2468"/>
                  </a:cubicBezTo>
                  <a:cubicBezTo>
                    <a:pt x="2633" y="2483"/>
                    <a:pt x="2559" y="2491"/>
                    <a:pt x="2486" y="2491"/>
                  </a:cubicBezTo>
                  <a:cubicBezTo>
                    <a:pt x="2261" y="2491"/>
                    <a:pt x="2057" y="2415"/>
                    <a:pt x="1890" y="2248"/>
                  </a:cubicBezTo>
                  <a:cubicBezTo>
                    <a:pt x="1670" y="2059"/>
                    <a:pt x="1607" y="1743"/>
                    <a:pt x="1670" y="1428"/>
                  </a:cubicBezTo>
                  <a:cubicBezTo>
                    <a:pt x="1770" y="1068"/>
                    <a:pt x="2124" y="848"/>
                    <a:pt x="2482" y="848"/>
                  </a:cubicBezTo>
                  <a:close/>
                  <a:moveTo>
                    <a:pt x="2521" y="3382"/>
                  </a:moveTo>
                  <a:cubicBezTo>
                    <a:pt x="3308" y="3382"/>
                    <a:pt x="3938" y="3886"/>
                    <a:pt x="4127" y="4579"/>
                  </a:cubicBezTo>
                  <a:lnTo>
                    <a:pt x="882" y="4579"/>
                  </a:lnTo>
                  <a:cubicBezTo>
                    <a:pt x="1103" y="3886"/>
                    <a:pt x="1733" y="3382"/>
                    <a:pt x="2521" y="3382"/>
                  </a:cubicBezTo>
                  <a:close/>
                  <a:moveTo>
                    <a:pt x="2467" y="1"/>
                  </a:moveTo>
                  <a:cubicBezTo>
                    <a:pt x="1761" y="1"/>
                    <a:pt x="1080" y="437"/>
                    <a:pt x="882" y="1208"/>
                  </a:cubicBezTo>
                  <a:cubicBezTo>
                    <a:pt x="725" y="1806"/>
                    <a:pt x="882" y="2342"/>
                    <a:pt x="1292" y="2783"/>
                  </a:cubicBezTo>
                  <a:cubicBezTo>
                    <a:pt x="536" y="3224"/>
                    <a:pt x="0" y="4012"/>
                    <a:pt x="0" y="4957"/>
                  </a:cubicBezTo>
                  <a:cubicBezTo>
                    <a:pt x="0" y="5178"/>
                    <a:pt x="189" y="5367"/>
                    <a:pt x="378" y="5367"/>
                  </a:cubicBezTo>
                  <a:lnTo>
                    <a:pt x="4505" y="5367"/>
                  </a:lnTo>
                  <a:cubicBezTo>
                    <a:pt x="4757" y="5367"/>
                    <a:pt x="4946" y="5178"/>
                    <a:pt x="4946" y="4957"/>
                  </a:cubicBezTo>
                  <a:cubicBezTo>
                    <a:pt x="4946" y="4075"/>
                    <a:pt x="4442" y="3256"/>
                    <a:pt x="3686" y="2815"/>
                  </a:cubicBezTo>
                  <a:cubicBezTo>
                    <a:pt x="3875" y="2626"/>
                    <a:pt x="4001" y="2374"/>
                    <a:pt x="4096" y="2090"/>
                  </a:cubicBezTo>
                  <a:cubicBezTo>
                    <a:pt x="4253" y="1523"/>
                    <a:pt x="4096" y="924"/>
                    <a:pt x="3655" y="483"/>
                  </a:cubicBezTo>
                  <a:cubicBezTo>
                    <a:pt x="3314" y="155"/>
                    <a:pt x="2887" y="1"/>
                    <a:pt x="24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6" name="Google Shape;746;p64">
              <a:extLst>
                <a:ext uri="{FF2B5EF4-FFF2-40B4-BE49-F238E27FC236}">
                  <a16:creationId xmlns:a16="http://schemas.microsoft.com/office/drawing/2014/main" id="{D0A6E791-6A99-EC96-2DE5-0E86BBCF7B76}"/>
                </a:ext>
              </a:extLst>
            </p:cNvPr>
            <p:cNvSpPr/>
            <p:nvPr/>
          </p:nvSpPr>
          <p:spPr>
            <a:xfrm>
              <a:off x="-61677800" y="2072225"/>
              <a:ext cx="106350" cy="62450"/>
            </a:xfrm>
            <a:custGeom>
              <a:avLst/>
              <a:gdLst/>
              <a:ahLst/>
              <a:cxnLst/>
              <a:rect l="l" t="t" r="r" b="b"/>
              <a:pathLst>
                <a:path w="4254" h="2498" extrusionOk="0">
                  <a:moveTo>
                    <a:pt x="2096" y="1"/>
                  </a:moveTo>
                  <a:cubicBezTo>
                    <a:pt x="1985" y="1"/>
                    <a:pt x="1875" y="48"/>
                    <a:pt x="1796" y="142"/>
                  </a:cubicBezTo>
                  <a:lnTo>
                    <a:pt x="158" y="1781"/>
                  </a:lnTo>
                  <a:cubicBezTo>
                    <a:pt x="1" y="1938"/>
                    <a:pt x="1" y="2222"/>
                    <a:pt x="158" y="2379"/>
                  </a:cubicBezTo>
                  <a:cubicBezTo>
                    <a:pt x="237" y="2458"/>
                    <a:pt x="339" y="2497"/>
                    <a:pt x="442" y="2497"/>
                  </a:cubicBezTo>
                  <a:cubicBezTo>
                    <a:pt x="544" y="2497"/>
                    <a:pt x="646" y="2458"/>
                    <a:pt x="725" y="2379"/>
                  </a:cubicBezTo>
                  <a:lnTo>
                    <a:pt x="2111" y="993"/>
                  </a:lnTo>
                  <a:lnTo>
                    <a:pt x="3498" y="2379"/>
                  </a:lnTo>
                  <a:cubicBezTo>
                    <a:pt x="3576" y="2458"/>
                    <a:pt x="3687" y="2497"/>
                    <a:pt x="3797" y="2497"/>
                  </a:cubicBezTo>
                  <a:cubicBezTo>
                    <a:pt x="3907" y="2497"/>
                    <a:pt x="4017" y="2458"/>
                    <a:pt x="4096" y="2379"/>
                  </a:cubicBezTo>
                  <a:cubicBezTo>
                    <a:pt x="4254" y="2222"/>
                    <a:pt x="4254" y="1938"/>
                    <a:pt x="4096" y="1781"/>
                  </a:cubicBezTo>
                  <a:lnTo>
                    <a:pt x="2395" y="142"/>
                  </a:lnTo>
                  <a:cubicBezTo>
                    <a:pt x="2316" y="48"/>
                    <a:pt x="2206" y="1"/>
                    <a:pt x="20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cxnSp>
        <p:nvCxnSpPr>
          <p:cNvPr id="748" name="Google Shape;748;p64">
            <a:extLst>
              <a:ext uri="{FF2B5EF4-FFF2-40B4-BE49-F238E27FC236}">
                <a16:creationId xmlns:a16="http://schemas.microsoft.com/office/drawing/2014/main" id="{27D3F441-115C-A923-52CC-5775E22CAFA7}"/>
              </a:ext>
            </a:extLst>
          </p:cNvPr>
          <p:cNvCxnSpPr>
            <a:cxnSpLocks/>
            <a:stCxn id="749" idx="3"/>
            <a:endCxn id="750" idx="1"/>
          </p:cNvCxnSpPr>
          <p:nvPr/>
        </p:nvCxnSpPr>
        <p:spPr>
          <a:xfrm>
            <a:off x="4395897" y="3067504"/>
            <a:ext cx="475203" cy="63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51" name="Google Shape;751;p64">
            <a:extLst>
              <a:ext uri="{FF2B5EF4-FFF2-40B4-BE49-F238E27FC236}">
                <a16:creationId xmlns:a16="http://schemas.microsoft.com/office/drawing/2014/main" id="{B5054A1E-2709-C9F6-DF49-E2969EC2C375}"/>
              </a:ext>
            </a:extLst>
          </p:cNvPr>
          <p:cNvCxnSpPr>
            <a:cxnSpLocks/>
            <a:stCxn id="750" idx="3"/>
            <a:endCxn id="752" idx="1"/>
          </p:cNvCxnSpPr>
          <p:nvPr/>
        </p:nvCxnSpPr>
        <p:spPr>
          <a:xfrm>
            <a:off x="7320700" y="3067567"/>
            <a:ext cx="765639" cy="12700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53" name="Google Shape;753;p64">
            <a:extLst>
              <a:ext uri="{FF2B5EF4-FFF2-40B4-BE49-F238E27FC236}">
                <a16:creationId xmlns:a16="http://schemas.microsoft.com/office/drawing/2014/main" id="{C0AF1A9F-E9C9-1D4C-3A90-FD9EE3D63942}"/>
              </a:ext>
            </a:extLst>
          </p:cNvPr>
          <p:cNvCxnSpPr>
            <a:cxnSpLocks/>
            <a:stCxn id="752" idx="3"/>
            <a:endCxn id="754" idx="3"/>
          </p:cNvCxnSpPr>
          <p:nvPr/>
        </p:nvCxnSpPr>
        <p:spPr>
          <a:xfrm flipH="1">
            <a:off x="9281427" y="3067567"/>
            <a:ext cx="1439093" cy="2560969"/>
          </a:xfrm>
          <a:prstGeom prst="bentConnector3">
            <a:avLst>
              <a:gd name="adj1" fmla="val -15885"/>
            </a:avLst>
          </a:prstGeom>
          <a:ln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55" name="Google Shape;755;p64">
            <a:extLst>
              <a:ext uri="{FF2B5EF4-FFF2-40B4-BE49-F238E27FC236}">
                <a16:creationId xmlns:a16="http://schemas.microsoft.com/office/drawing/2014/main" id="{FD4BF37E-0199-FCAF-F9DE-EC130F4168FE}"/>
              </a:ext>
            </a:extLst>
          </p:cNvPr>
          <p:cNvCxnSpPr>
            <a:cxnSpLocks/>
            <a:stCxn id="754" idx="1"/>
            <a:endCxn id="756" idx="3"/>
          </p:cNvCxnSpPr>
          <p:nvPr/>
        </p:nvCxnSpPr>
        <p:spPr>
          <a:xfrm rot="10800000" flipV="1">
            <a:off x="5677134" y="5628535"/>
            <a:ext cx="867485" cy="5799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56" name="Google Shape;756;p64">
            <a:extLst>
              <a:ext uri="{FF2B5EF4-FFF2-40B4-BE49-F238E27FC236}">
                <a16:creationId xmlns:a16="http://schemas.microsoft.com/office/drawing/2014/main" id="{A8F3F9AC-C1A1-0CA6-A99B-A189B4688B78}"/>
              </a:ext>
            </a:extLst>
          </p:cNvPr>
          <p:cNvSpPr txBox="1"/>
          <p:nvPr/>
        </p:nvSpPr>
        <p:spPr>
          <a:xfrm>
            <a:off x="3227533" y="5159135"/>
            <a:ext cx="2449600" cy="9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fr-FR" sz="1600" b="1" dirty="0">
                <a:solidFill>
                  <a:schemeClr val="accent1">
                    <a:lumMod val="50000"/>
                  </a:schemeClr>
                </a:solidFill>
                <a:latin typeface="Heebo SemiBold"/>
                <a:ea typeface="Heebo SemiBold"/>
                <a:cs typeface="Heebo SemiBold"/>
                <a:sym typeface="Heebo SemiBold"/>
              </a:rPr>
              <a:t>Le compte de</a:t>
            </a:r>
          </a:p>
          <a:p>
            <a:pPr algn="ctr"/>
            <a:r>
              <a:rPr lang="fr-FR" sz="1600" b="1" dirty="0">
                <a:solidFill>
                  <a:schemeClr val="accent1">
                    <a:lumMod val="50000"/>
                  </a:schemeClr>
                </a:solidFill>
                <a:latin typeface="Heebo SemiBold"/>
                <a:ea typeface="Heebo SemiBold"/>
                <a:cs typeface="Heebo SemiBold"/>
                <a:sym typeface="Heebo SemiBold"/>
              </a:rPr>
              <a:t> l’ utilisateur sera activé </a:t>
            </a:r>
          </a:p>
        </p:txBody>
      </p:sp>
      <p:sp>
        <p:nvSpPr>
          <p:cNvPr id="752" name="Google Shape;752;p64">
            <a:extLst>
              <a:ext uri="{FF2B5EF4-FFF2-40B4-BE49-F238E27FC236}">
                <a16:creationId xmlns:a16="http://schemas.microsoft.com/office/drawing/2014/main" id="{03BF54C1-B0F4-6189-DAEA-41846DB4B73E}"/>
              </a:ext>
            </a:extLst>
          </p:cNvPr>
          <p:cNvSpPr txBox="1"/>
          <p:nvPr/>
        </p:nvSpPr>
        <p:spPr>
          <a:xfrm>
            <a:off x="8086339" y="2592367"/>
            <a:ext cx="2634181" cy="9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fr-FR" sz="1400" b="1" dirty="0">
                <a:solidFill>
                  <a:schemeClr val="accent1">
                    <a:lumMod val="50000"/>
                  </a:schemeClr>
                </a:solidFill>
              </a:rPr>
              <a:t>Un code de vérification est envoyé a son adresse e-mail.</a:t>
            </a:r>
            <a:endParaRPr sz="1400" b="1" dirty="0">
              <a:solidFill>
                <a:schemeClr val="accent1">
                  <a:lumMod val="50000"/>
                </a:schemeClr>
              </a:solidFill>
              <a:latin typeface="Heebo SemiBold"/>
              <a:ea typeface="Heebo SemiBold"/>
              <a:cs typeface="Heebo SemiBold"/>
              <a:sym typeface="Heebo SemiBold"/>
            </a:endParaRPr>
          </a:p>
        </p:txBody>
      </p:sp>
      <p:sp>
        <p:nvSpPr>
          <p:cNvPr id="750" name="Google Shape;750;p64">
            <a:extLst>
              <a:ext uri="{FF2B5EF4-FFF2-40B4-BE49-F238E27FC236}">
                <a16:creationId xmlns:a16="http://schemas.microsoft.com/office/drawing/2014/main" id="{E7E48A03-374F-706A-C6F7-87E7DC60C1C1}"/>
              </a:ext>
            </a:extLst>
          </p:cNvPr>
          <p:cNvSpPr txBox="1"/>
          <p:nvPr/>
        </p:nvSpPr>
        <p:spPr>
          <a:xfrm>
            <a:off x="4871100" y="2592367"/>
            <a:ext cx="2449600" cy="9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fr-FR" sz="1400" b="1" dirty="0">
                <a:solidFill>
                  <a:schemeClr val="accent1">
                    <a:lumMod val="50000"/>
                  </a:schemeClr>
                </a:solidFill>
              </a:rPr>
              <a:t>Il peut s’inscrire soit via Google, soit en remplissant un formulaire.</a:t>
            </a:r>
            <a:endParaRPr sz="1400" b="1" dirty="0">
              <a:solidFill>
                <a:schemeClr val="accent1">
                  <a:lumMod val="50000"/>
                </a:schemeClr>
              </a:solidFill>
              <a:latin typeface="Heebo SemiBold"/>
              <a:ea typeface="Heebo SemiBold"/>
              <a:cs typeface="Heebo SemiBold"/>
              <a:sym typeface="Heebo SemiBold"/>
            </a:endParaRPr>
          </a:p>
        </p:txBody>
      </p:sp>
      <p:sp>
        <p:nvSpPr>
          <p:cNvPr id="754" name="Google Shape;754;p64">
            <a:extLst>
              <a:ext uri="{FF2B5EF4-FFF2-40B4-BE49-F238E27FC236}">
                <a16:creationId xmlns:a16="http://schemas.microsoft.com/office/drawing/2014/main" id="{9CAD59E5-1334-5ACF-13BB-7175A17B4D10}"/>
              </a:ext>
            </a:extLst>
          </p:cNvPr>
          <p:cNvSpPr txBox="1"/>
          <p:nvPr/>
        </p:nvSpPr>
        <p:spPr>
          <a:xfrm>
            <a:off x="6544618" y="5153336"/>
            <a:ext cx="2736809" cy="9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fr-FR" sz="1400" b="1" dirty="0">
                <a:solidFill>
                  <a:schemeClr val="accent1">
                    <a:lumMod val="50000"/>
                  </a:schemeClr>
                </a:solidFill>
              </a:rPr>
              <a:t>Il saisit ce code pour valider son inscription.</a:t>
            </a:r>
            <a:endParaRPr sz="1400" b="1" dirty="0">
              <a:solidFill>
                <a:schemeClr val="accent1">
                  <a:lumMod val="50000"/>
                </a:schemeClr>
              </a:solidFill>
              <a:latin typeface="Heebo SemiBold"/>
              <a:ea typeface="Heebo SemiBold"/>
              <a:cs typeface="Heebo SemiBold"/>
              <a:sym typeface="Heebo SemiBold"/>
            </a:endParaRPr>
          </a:p>
        </p:txBody>
      </p:sp>
      <p:sp>
        <p:nvSpPr>
          <p:cNvPr id="749" name="Google Shape;749;p64">
            <a:extLst>
              <a:ext uri="{FF2B5EF4-FFF2-40B4-BE49-F238E27FC236}">
                <a16:creationId xmlns:a16="http://schemas.microsoft.com/office/drawing/2014/main" id="{0BB90DB3-6984-3EDA-1D23-9331C72BFACE}"/>
              </a:ext>
            </a:extLst>
          </p:cNvPr>
          <p:cNvSpPr txBox="1"/>
          <p:nvPr/>
        </p:nvSpPr>
        <p:spPr>
          <a:xfrm>
            <a:off x="1180658" y="2592304"/>
            <a:ext cx="3215239" cy="9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L’utilisateur choisit son rôle : entrepreneur ou investisseur</a:t>
            </a:r>
            <a:endParaRPr sz="1600" b="1" dirty="0">
              <a:solidFill>
                <a:schemeClr val="accent1">
                  <a:lumMod val="50000"/>
                </a:schemeClr>
              </a:solidFill>
              <a:latin typeface="Heebo SemiBold"/>
              <a:ea typeface="Heebo SemiBold"/>
              <a:cs typeface="Heebo SemiBold"/>
              <a:sym typeface="Heebo SemiBold"/>
            </a:endParaRPr>
          </a:p>
        </p:txBody>
      </p:sp>
      <p:cxnSp>
        <p:nvCxnSpPr>
          <p:cNvPr id="758" name="Google Shape;758;p64">
            <a:extLst>
              <a:ext uri="{FF2B5EF4-FFF2-40B4-BE49-F238E27FC236}">
                <a16:creationId xmlns:a16="http://schemas.microsoft.com/office/drawing/2014/main" id="{93A9861C-788B-E410-984F-DAC26F7C842B}"/>
              </a:ext>
            </a:extLst>
          </p:cNvPr>
          <p:cNvCxnSpPr/>
          <p:nvPr/>
        </p:nvCxnSpPr>
        <p:spPr>
          <a:xfrm>
            <a:off x="1022298" y="1198746"/>
            <a:ext cx="897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6723812A-5EA6-2B4E-2244-6729F2455276}"/>
              </a:ext>
            </a:extLst>
          </p:cNvPr>
          <p:cNvCxnSpPr>
            <a:cxnSpLocks/>
            <a:stCxn id="756" idx="1"/>
          </p:cNvCxnSpPr>
          <p:nvPr/>
        </p:nvCxnSpPr>
        <p:spPr>
          <a:xfrm flipH="1">
            <a:off x="1471098" y="5634335"/>
            <a:ext cx="175643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ED7A0275-9F3B-6DDA-0227-3B8CE6C284AE}"/>
              </a:ext>
            </a:extLst>
          </p:cNvPr>
          <p:cNvCxnSpPr>
            <a:cxnSpLocks/>
            <a:stCxn id="749" idx="1"/>
          </p:cNvCxnSpPr>
          <p:nvPr/>
        </p:nvCxnSpPr>
        <p:spPr>
          <a:xfrm flipH="1">
            <a:off x="1180472" y="3067504"/>
            <a:ext cx="186" cy="256676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07" name="Titre 706">
            <a:extLst>
              <a:ext uri="{FF2B5EF4-FFF2-40B4-BE49-F238E27FC236}">
                <a16:creationId xmlns:a16="http://schemas.microsoft.com/office/drawing/2014/main" id="{C8F17A1D-370A-4377-7CA3-12D468ACE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000" b="1" dirty="0">
                <a:solidFill>
                  <a:srgbClr val="C00000"/>
                </a:solidFill>
              </a:rPr>
              <a:t>Inscription: le processus étape par étape</a:t>
            </a:r>
          </a:p>
        </p:txBody>
      </p:sp>
      <p:pic>
        <p:nvPicPr>
          <p:cNvPr id="713" name="Image 712">
            <a:extLst>
              <a:ext uri="{FF2B5EF4-FFF2-40B4-BE49-F238E27FC236}">
                <a16:creationId xmlns:a16="http://schemas.microsoft.com/office/drawing/2014/main" id="{DEBCD3D1-3832-B9FA-AB8D-6E8012603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2471" y="400332"/>
            <a:ext cx="1640097" cy="638179"/>
          </a:xfrm>
          <a:prstGeom prst="rect">
            <a:avLst/>
          </a:prstGeom>
        </p:spPr>
      </p:pic>
      <p:sp>
        <p:nvSpPr>
          <p:cNvPr id="714" name="任意多边形 16">
            <a:extLst>
              <a:ext uri="{FF2B5EF4-FFF2-40B4-BE49-F238E27FC236}">
                <a16:creationId xmlns:a16="http://schemas.microsoft.com/office/drawing/2014/main" id="{41CE9E2A-2498-7781-236D-B814FE8C5768}"/>
              </a:ext>
            </a:extLst>
          </p:cNvPr>
          <p:cNvSpPr/>
          <p:nvPr/>
        </p:nvSpPr>
        <p:spPr>
          <a:xfrm rot="2700000">
            <a:off x="451778" y="5793467"/>
            <a:ext cx="771081" cy="774933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15" name="任意多边形 16">
            <a:extLst>
              <a:ext uri="{FF2B5EF4-FFF2-40B4-BE49-F238E27FC236}">
                <a16:creationId xmlns:a16="http://schemas.microsoft.com/office/drawing/2014/main" id="{2869473B-0623-ABEE-8EC4-FE7F62724434}"/>
              </a:ext>
            </a:extLst>
          </p:cNvPr>
          <p:cNvSpPr/>
          <p:nvPr/>
        </p:nvSpPr>
        <p:spPr>
          <a:xfrm rot="2700000">
            <a:off x="6821028" y="833842"/>
            <a:ext cx="771081" cy="774933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D81CBD2-632A-EF77-1B3A-A9455BDBB7F9}"/>
              </a:ext>
            </a:extLst>
          </p:cNvPr>
          <p:cNvSpPr txBox="1"/>
          <p:nvPr/>
        </p:nvSpPr>
        <p:spPr>
          <a:xfrm>
            <a:off x="11353800" y="6235771"/>
            <a:ext cx="520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24213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6" grpId="0" animBg="1"/>
      <p:bldP spid="756" grpId="0"/>
      <p:bldP spid="752" grpId="0"/>
      <p:bldP spid="750" grpId="0"/>
      <p:bldP spid="754" grpId="0"/>
      <p:bldP spid="74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6" name="Google Shape;726;p64"/>
          <p:cNvGrpSpPr/>
          <p:nvPr/>
        </p:nvGrpSpPr>
        <p:grpSpPr>
          <a:xfrm>
            <a:off x="9251542" y="1872229"/>
            <a:ext cx="488359" cy="479876"/>
            <a:chOff x="-60988625" y="2310475"/>
            <a:chExt cx="316650" cy="311150"/>
          </a:xfrm>
          <a:solidFill>
            <a:srgbClr val="C00000"/>
          </a:solidFill>
        </p:grpSpPr>
        <p:sp>
          <p:nvSpPr>
            <p:cNvPr id="727" name="Google Shape;727;p64"/>
            <p:cNvSpPr/>
            <p:nvPr/>
          </p:nvSpPr>
          <p:spPr>
            <a:xfrm>
              <a:off x="-60988625" y="2310475"/>
              <a:ext cx="311125" cy="311150"/>
            </a:xfrm>
            <a:custGeom>
              <a:avLst/>
              <a:gdLst/>
              <a:ahLst/>
              <a:cxnLst/>
              <a:rect l="l" t="t" r="r" b="b"/>
              <a:pathLst>
                <a:path w="12445" h="12446" extrusionOk="0">
                  <a:moveTo>
                    <a:pt x="7877" y="883"/>
                  </a:moveTo>
                  <a:cubicBezTo>
                    <a:pt x="8097" y="883"/>
                    <a:pt x="8318" y="1072"/>
                    <a:pt x="8318" y="1324"/>
                  </a:cubicBezTo>
                  <a:lnTo>
                    <a:pt x="8318" y="10398"/>
                  </a:lnTo>
                  <a:cubicBezTo>
                    <a:pt x="8318" y="10870"/>
                    <a:pt x="8444" y="11311"/>
                    <a:pt x="8727" y="11626"/>
                  </a:cubicBezTo>
                  <a:lnTo>
                    <a:pt x="2111" y="11626"/>
                  </a:lnTo>
                  <a:cubicBezTo>
                    <a:pt x="1450" y="11626"/>
                    <a:pt x="851" y="11091"/>
                    <a:pt x="851" y="10398"/>
                  </a:cubicBezTo>
                  <a:lnTo>
                    <a:pt x="851" y="1324"/>
                  </a:lnTo>
                  <a:lnTo>
                    <a:pt x="820" y="1324"/>
                  </a:lnTo>
                  <a:cubicBezTo>
                    <a:pt x="820" y="1072"/>
                    <a:pt x="1009" y="883"/>
                    <a:pt x="1261" y="883"/>
                  </a:cubicBezTo>
                  <a:close/>
                  <a:moveTo>
                    <a:pt x="11500" y="10807"/>
                  </a:moveTo>
                  <a:cubicBezTo>
                    <a:pt x="11342" y="11280"/>
                    <a:pt x="10870" y="11626"/>
                    <a:pt x="10303" y="11626"/>
                  </a:cubicBezTo>
                  <a:cubicBezTo>
                    <a:pt x="9767" y="11626"/>
                    <a:pt x="9326" y="11280"/>
                    <a:pt x="9137" y="10807"/>
                  </a:cubicBezTo>
                  <a:close/>
                  <a:moveTo>
                    <a:pt x="1261" y="1"/>
                  </a:moveTo>
                  <a:cubicBezTo>
                    <a:pt x="568" y="1"/>
                    <a:pt x="32" y="568"/>
                    <a:pt x="32" y="1230"/>
                  </a:cubicBezTo>
                  <a:lnTo>
                    <a:pt x="32" y="10334"/>
                  </a:lnTo>
                  <a:cubicBezTo>
                    <a:pt x="0" y="11563"/>
                    <a:pt x="946" y="12445"/>
                    <a:pt x="2080" y="12445"/>
                  </a:cubicBezTo>
                  <a:lnTo>
                    <a:pt x="10334" y="12445"/>
                  </a:lnTo>
                  <a:cubicBezTo>
                    <a:pt x="11500" y="12445"/>
                    <a:pt x="12445" y="11500"/>
                    <a:pt x="12445" y="10366"/>
                  </a:cubicBezTo>
                  <a:cubicBezTo>
                    <a:pt x="12445" y="10145"/>
                    <a:pt x="12224" y="9925"/>
                    <a:pt x="12004" y="9925"/>
                  </a:cubicBezTo>
                  <a:lnTo>
                    <a:pt x="9074" y="9925"/>
                  </a:lnTo>
                  <a:lnTo>
                    <a:pt x="9074" y="1230"/>
                  </a:lnTo>
                  <a:cubicBezTo>
                    <a:pt x="9074" y="568"/>
                    <a:pt x="8538" y="1"/>
                    <a:pt x="78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8" name="Google Shape;728;p64"/>
            <p:cNvSpPr/>
            <p:nvPr/>
          </p:nvSpPr>
          <p:spPr>
            <a:xfrm>
              <a:off x="-60947675" y="2353025"/>
              <a:ext cx="145725" cy="20500"/>
            </a:xfrm>
            <a:custGeom>
              <a:avLst/>
              <a:gdLst/>
              <a:ahLst/>
              <a:cxnLst/>
              <a:rect l="l" t="t" r="r" b="b"/>
              <a:pathLst>
                <a:path w="5829" h="820" extrusionOk="0">
                  <a:moveTo>
                    <a:pt x="442" y="0"/>
                  </a:moveTo>
                  <a:cubicBezTo>
                    <a:pt x="190" y="0"/>
                    <a:pt x="1" y="189"/>
                    <a:pt x="1" y="441"/>
                  </a:cubicBezTo>
                  <a:cubicBezTo>
                    <a:pt x="1" y="630"/>
                    <a:pt x="190" y="819"/>
                    <a:pt x="442" y="819"/>
                  </a:cubicBezTo>
                  <a:lnTo>
                    <a:pt x="5388" y="819"/>
                  </a:lnTo>
                  <a:cubicBezTo>
                    <a:pt x="5640" y="819"/>
                    <a:pt x="5829" y="630"/>
                    <a:pt x="5829" y="441"/>
                  </a:cubicBezTo>
                  <a:cubicBezTo>
                    <a:pt x="5829" y="189"/>
                    <a:pt x="5640" y="0"/>
                    <a:pt x="53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9" name="Google Shape;729;p64"/>
            <p:cNvSpPr/>
            <p:nvPr/>
          </p:nvSpPr>
          <p:spPr>
            <a:xfrm>
              <a:off x="-60947675" y="2415250"/>
              <a:ext cx="145725" cy="20500"/>
            </a:xfrm>
            <a:custGeom>
              <a:avLst/>
              <a:gdLst/>
              <a:ahLst/>
              <a:cxnLst/>
              <a:rect l="l" t="t" r="r" b="b"/>
              <a:pathLst>
                <a:path w="5829" h="820" extrusionOk="0">
                  <a:moveTo>
                    <a:pt x="442" y="0"/>
                  </a:moveTo>
                  <a:cubicBezTo>
                    <a:pt x="190" y="0"/>
                    <a:pt x="1" y="189"/>
                    <a:pt x="1" y="378"/>
                  </a:cubicBezTo>
                  <a:cubicBezTo>
                    <a:pt x="1" y="630"/>
                    <a:pt x="190" y="819"/>
                    <a:pt x="442" y="819"/>
                  </a:cubicBezTo>
                  <a:lnTo>
                    <a:pt x="5388" y="819"/>
                  </a:lnTo>
                  <a:cubicBezTo>
                    <a:pt x="5640" y="819"/>
                    <a:pt x="5829" y="630"/>
                    <a:pt x="5829" y="378"/>
                  </a:cubicBezTo>
                  <a:cubicBezTo>
                    <a:pt x="5829" y="158"/>
                    <a:pt x="5640" y="0"/>
                    <a:pt x="538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0" name="Google Shape;730;p64"/>
            <p:cNvSpPr/>
            <p:nvPr/>
          </p:nvSpPr>
          <p:spPr>
            <a:xfrm>
              <a:off x="-60947675" y="2475875"/>
              <a:ext cx="145725" cy="22100"/>
            </a:xfrm>
            <a:custGeom>
              <a:avLst/>
              <a:gdLst/>
              <a:ahLst/>
              <a:cxnLst/>
              <a:rect l="l" t="t" r="r" b="b"/>
              <a:pathLst>
                <a:path w="5829" h="884" extrusionOk="0">
                  <a:moveTo>
                    <a:pt x="442" y="1"/>
                  </a:moveTo>
                  <a:cubicBezTo>
                    <a:pt x="190" y="1"/>
                    <a:pt x="1" y="221"/>
                    <a:pt x="1" y="442"/>
                  </a:cubicBezTo>
                  <a:cubicBezTo>
                    <a:pt x="1" y="694"/>
                    <a:pt x="190" y="883"/>
                    <a:pt x="442" y="883"/>
                  </a:cubicBezTo>
                  <a:lnTo>
                    <a:pt x="5388" y="883"/>
                  </a:lnTo>
                  <a:cubicBezTo>
                    <a:pt x="5640" y="883"/>
                    <a:pt x="5829" y="694"/>
                    <a:pt x="5829" y="442"/>
                  </a:cubicBezTo>
                  <a:cubicBezTo>
                    <a:pt x="5829" y="221"/>
                    <a:pt x="5640" y="1"/>
                    <a:pt x="53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1" name="Google Shape;731;p64"/>
            <p:cNvSpPr/>
            <p:nvPr/>
          </p:nvSpPr>
          <p:spPr>
            <a:xfrm>
              <a:off x="-60947675" y="2538100"/>
              <a:ext cx="145725" cy="22075"/>
            </a:xfrm>
            <a:custGeom>
              <a:avLst/>
              <a:gdLst/>
              <a:ahLst/>
              <a:cxnLst/>
              <a:rect l="l" t="t" r="r" b="b"/>
              <a:pathLst>
                <a:path w="5829" h="883" extrusionOk="0">
                  <a:moveTo>
                    <a:pt x="442" y="1"/>
                  </a:moveTo>
                  <a:cubicBezTo>
                    <a:pt x="190" y="1"/>
                    <a:pt x="1" y="190"/>
                    <a:pt x="1" y="442"/>
                  </a:cubicBezTo>
                  <a:cubicBezTo>
                    <a:pt x="1" y="662"/>
                    <a:pt x="190" y="883"/>
                    <a:pt x="442" y="883"/>
                  </a:cubicBezTo>
                  <a:lnTo>
                    <a:pt x="5388" y="883"/>
                  </a:lnTo>
                  <a:cubicBezTo>
                    <a:pt x="5640" y="883"/>
                    <a:pt x="5829" y="662"/>
                    <a:pt x="5829" y="442"/>
                  </a:cubicBezTo>
                  <a:cubicBezTo>
                    <a:pt x="5829" y="190"/>
                    <a:pt x="5640" y="1"/>
                    <a:pt x="53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2" name="Google Shape;732;p64"/>
            <p:cNvSpPr/>
            <p:nvPr/>
          </p:nvSpPr>
          <p:spPr>
            <a:xfrm>
              <a:off x="-60740525" y="2312050"/>
              <a:ext cx="68550" cy="233950"/>
            </a:xfrm>
            <a:custGeom>
              <a:avLst/>
              <a:gdLst/>
              <a:ahLst/>
              <a:cxnLst/>
              <a:rect l="l" t="t" r="r" b="b"/>
              <a:pathLst>
                <a:path w="2742" h="9358" extrusionOk="0">
                  <a:moveTo>
                    <a:pt x="1796" y="789"/>
                  </a:moveTo>
                  <a:cubicBezTo>
                    <a:pt x="1891" y="789"/>
                    <a:pt x="1922" y="852"/>
                    <a:pt x="1922" y="946"/>
                  </a:cubicBezTo>
                  <a:lnTo>
                    <a:pt x="1922" y="1639"/>
                  </a:lnTo>
                  <a:lnTo>
                    <a:pt x="820" y="1639"/>
                  </a:lnTo>
                  <a:lnTo>
                    <a:pt x="820" y="946"/>
                  </a:lnTo>
                  <a:cubicBezTo>
                    <a:pt x="820" y="852"/>
                    <a:pt x="883" y="789"/>
                    <a:pt x="977" y="789"/>
                  </a:cubicBezTo>
                  <a:close/>
                  <a:moveTo>
                    <a:pt x="1922" y="2458"/>
                  </a:moveTo>
                  <a:lnTo>
                    <a:pt x="1922" y="6617"/>
                  </a:lnTo>
                  <a:lnTo>
                    <a:pt x="820" y="6617"/>
                  </a:lnTo>
                  <a:lnTo>
                    <a:pt x="820" y="2458"/>
                  </a:lnTo>
                  <a:close/>
                  <a:moveTo>
                    <a:pt x="1639" y="7436"/>
                  </a:moveTo>
                  <a:lnTo>
                    <a:pt x="1355" y="8035"/>
                  </a:lnTo>
                  <a:lnTo>
                    <a:pt x="1040" y="7436"/>
                  </a:lnTo>
                  <a:close/>
                  <a:moveTo>
                    <a:pt x="977" y="1"/>
                  </a:moveTo>
                  <a:cubicBezTo>
                    <a:pt x="410" y="1"/>
                    <a:pt x="1" y="410"/>
                    <a:pt x="1" y="946"/>
                  </a:cubicBezTo>
                  <a:lnTo>
                    <a:pt x="1" y="6995"/>
                  </a:lnTo>
                  <a:cubicBezTo>
                    <a:pt x="1" y="7090"/>
                    <a:pt x="1" y="7121"/>
                    <a:pt x="32" y="7184"/>
                  </a:cubicBezTo>
                  <a:lnTo>
                    <a:pt x="1009" y="9137"/>
                  </a:lnTo>
                  <a:cubicBezTo>
                    <a:pt x="1103" y="9295"/>
                    <a:pt x="1198" y="9358"/>
                    <a:pt x="1355" y="9358"/>
                  </a:cubicBezTo>
                  <a:cubicBezTo>
                    <a:pt x="1513" y="9358"/>
                    <a:pt x="1670" y="9295"/>
                    <a:pt x="1733" y="9137"/>
                  </a:cubicBezTo>
                  <a:lnTo>
                    <a:pt x="2678" y="7184"/>
                  </a:lnTo>
                  <a:cubicBezTo>
                    <a:pt x="2710" y="7153"/>
                    <a:pt x="2710" y="7090"/>
                    <a:pt x="2710" y="6995"/>
                  </a:cubicBezTo>
                  <a:lnTo>
                    <a:pt x="2710" y="946"/>
                  </a:lnTo>
                  <a:cubicBezTo>
                    <a:pt x="2741" y="410"/>
                    <a:pt x="2300" y="1"/>
                    <a:pt x="17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33" name="Google Shape;733;p64"/>
          <p:cNvGrpSpPr/>
          <p:nvPr/>
        </p:nvGrpSpPr>
        <p:grpSpPr>
          <a:xfrm>
            <a:off x="2450706" y="2205656"/>
            <a:ext cx="489553" cy="488359"/>
            <a:chOff x="-59092025" y="2296300"/>
            <a:chExt cx="317425" cy="316650"/>
          </a:xfrm>
          <a:solidFill>
            <a:srgbClr val="C00000"/>
          </a:solidFill>
        </p:grpSpPr>
        <p:sp>
          <p:nvSpPr>
            <p:cNvPr id="734" name="Google Shape;734;p64"/>
            <p:cNvSpPr/>
            <p:nvPr/>
          </p:nvSpPr>
          <p:spPr>
            <a:xfrm>
              <a:off x="-58994350" y="2382950"/>
              <a:ext cx="122875" cy="133925"/>
            </a:xfrm>
            <a:custGeom>
              <a:avLst/>
              <a:gdLst/>
              <a:ahLst/>
              <a:cxnLst/>
              <a:rect l="l" t="t" r="r" b="b"/>
              <a:pathLst>
                <a:path w="4915" h="5357" extrusionOk="0">
                  <a:moveTo>
                    <a:pt x="2457" y="819"/>
                  </a:moveTo>
                  <a:cubicBezTo>
                    <a:pt x="2930" y="819"/>
                    <a:pt x="3277" y="1166"/>
                    <a:pt x="3277" y="1639"/>
                  </a:cubicBezTo>
                  <a:cubicBezTo>
                    <a:pt x="3277" y="2111"/>
                    <a:pt x="2930" y="2458"/>
                    <a:pt x="2457" y="2458"/>
                  </a:cubicBezTo>
                  <a:cubicBezTo>
                    <a:pt x="1985" y="2458"/>
                    <a:pt x="1607" y="2111"/>
                    <a:pt x="1607" y="1639"/>
                  </a:cubicBezTo>
                  <a:cubicBezTo>
                    <a:pt x="1607" y="1166"/>
                    <a:pt x="2016" y="819"/>
                    <a:pt x="2457" y="819"/>
                  </a:cubicBezTo>
                  <a:close/>
                  <a:moveTo>
                    <a:pt x="2489" y="3245"/>
                  </a:moveTo>
                  <a:cubicBezTo>
                    <a:pt x="3277" y="3245"/>
                    <a:pt x="3907" y="3781"/>
                    <a:pt x="4096" y="4506"/>
                  </a:cubicBezTo>
                  <a:lnTo>
                    <a:pt x="882" y="4506"/>
                  </a:lnTo>
                  <a:cubicBezTo>
                    <a:pt x="1071" y="3812"/>
                    <a:pt x="1701" y="3245"/>
                    <a:pt x="2489" y="3245"/>
                  </a:cubicBezTo>
                  <a:close/>
                  <a:moveTo>
                    <a:pt x="2489" y="0"/>
                  </a:moveTo>
                  <a:cubicBezTo>
                    <a:pt x="1575" y="0"/>
                    <a:pt x="819" y="725"/>
                    <a:pt x="819" y="1639"/>
                  </a:cubicBezTo>
                  <a:cubicBezTo>
                    <a:pt x="819" y="2080"/>
                    <a:pt x="977" y="2458"/>
                    <a:pt x="1292" y="2773"/>
                  </a:cubicBezTo>
                  <a:cubicBezTo>
                    <a:pt x="567" y="3214"/>
                    <a:pt x="0" y="4001"/>
                    <a:pt x="0" y="4947"/>
                  </a:cubicBezTo>
                  <a:cubicBezTo>
                    <a:pt x="0" y="5199"/>
                    <a:pt x="189" y="5356"/>
                    <a:pt x="410" y="5356"/>
                  </a:cubicBezTo>
                  <a:lnTo>
                    <a:pt x="4537" y="5356"/>
                  </a:lnTo>
                  <a:cubicBezTo>
                    <a:pt x="4757" y="5356"/>
                    <a:pt x="4915" y="5136"/>
                    <a:pt x="4915" y="4947"/>
                  </a:cubicBezTo>
                  <a:cubicBezTo>
                    <a:pt x="4915" y="4001"/>
                    <a:pt x="4411" y="3182"/>
                    <a:pt x="3655" y="2773"/>
                  </a:cubicBezTo>
                  <a:cubicBezTo>
                    <a:pt x="3938" y="2458"/>
                    <a:pt x="4127" y="2080"/>
                    <a:pt x="4127" y="1639"/>
                  </a:cubicBezTo>
                  <a:cubicBezTo>
                    <a:pt x="4127" y="725"/>
                    <a:pt x="3403" y="0"/>
                    <a:pt x="248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5" name="Google Shape;735;p64"/>
            <p:cNvSpPr/>
            <p:nvPr/>
          </p:nvSpPr>
          <p:spPr>
            <a:xfrm>
              <a:off x="-59092025" y="2296300"/>
              <a:ext cx="317425" cy="316650"/>
            </a:xfrm>
            <a:custGeom>
              <a:avLst/>
              <a:gdLst/>
              <a:ahLst/>
              <a:cxnLst/>
              <a:rect l="l" t="t" r="r" b="b"/>
              <a:pathLst>
                <a:path w="12697" h="12666" extrusionOk="0">
                  <a:moveTo>
                    <a:pt x="1261" y="820"/>
                  </a:moveTo>
                  <a:cubicBezTo>
                    <a:pt x="1513" y="820"/>
                    <a:pt x="1702" y="1009"/>
                    <a:pt x="1702" y="1198"/>
                  </a:cubicBezTo>
                  <a:cubicBezTo>
                    <a:pt x="1670" y="1450"/>
                    <a:pt x="1513" y="1639"/>
                    <a:pt x="1261" y="1639"/>
                  </a:cubicBezTo>
                  <a:cubicBezTo>
                    <a:pt x="1040" y="1639"/>
                    <a:pt x="883" y="1450"/>
                    <a:pt x="883" y="1198"/>
                  </a:cubicBezTo>
                  <a:cubicBezTo>
                    <a:pt x="883" y="977"/>
                    <a:pt x="1072" y="820"/>
                    <a:pt x="1261" y="820"/>
                  </a:cubicBezTo>
                  <a:close/>
                  <a:moveTo>
                    <a:pt x="11468" y="820"/>
                  </a:moveTo>
                  <a:cubicBezTo>
                    <a:pt x="11720" y="820"/>
                    <a:pt x="11878" y="1009"/>
                    <a:pt x="11878" y="1198"/>
                  </a:cubicBezTo>
                  <a:cubicBezTo>
                    <a:pt x="11878" y="1450"/>
                    <a:pt x="11657" y="1639"/>
                    <a:pt x="11468" y="1639"/>
                  </a:cubicBezTo>
                  <a:cubicBezTo>
                    <a:pt x="11248" y="1639"/>
                    <a:pt x="11027" y="1450"/>
                    <a:pt x="11027" y="1198"/>
                  </a:cubicBezTo>
                  <a:cubicBezTo>
                    <a:pt x="11027" y="1009"/>
                    <a:pt x="11248" y="820"/>
                    <a:pt x="11468" y="820"/>
                  </a:cubicBezTo>
                  <a:close/>
                  <a:moveTo>
                    <a:pt x="6396" y="2616"/>
                  </a:moveTo>
                  <a:cubicBezTo>
                    <a:pt x="7341" y="2616"/>
                    <a:pt x="8286" y="2994"/>
                    <a:pt x="9042" y="3718"/>
                  </a:cubicBezTo>
                  <a:cubicBezTo>
                    <a:pt x="10492" y="5136"/>
                    <a:pt x="10492" y="7499"/>
                    <a:pt x="9042" y="8917"/>
                  </a:cubicBezTo>
                  <a:cubicBezTo>
                    <a:pt x="8318" y="9641"/>
                    <a:pt x="7373" y="10019"/>
                    <a:pt x="6396" y="10019"/>
                  </a:cubicBezTo>
                  <a:cubicBezTo>
                    <a:pt x="4348" y="10019"/>
                    <a:pt x="2647" y="8381"/>
                    <a:pt x="2647" y="6333"/>
                  </a:cubicBezTo>
                  <a:cubicBezTo>
                    <a:pt x="2647" y="4222"/>
                    <a:pt x="4348" y="2616"/>
                    <a:pt x="6396" y="2616"/>
                  </a:cubicBezTo>
                  <a:close/>
                  <a:moveTo>
                    <a:pt x="1261" y="10965"/>
                  </a:moveTo>
                  <a:cubicBezTo>
                    <a:pt x="1513" y="10965"/>
                    <a:pt x="1702" y="11185"/>
                    <a:pt x="1702" y="11406"/>
                  </a:cubicBezTo>
                  <a:cubicBezTo>
                    <a:pt x="1670" y="11658"/>
                    <a:pt x="1513" y="11847"/>
                    <a:pt x="1261" y="11847"/>
                  </a:cubicBezTo>
                  <a:cubicBezTo>
                    <a:pt x="1040" y="11847"/>
                    <a:pt x="883" y="11658"/>
                    <a:pt x="883" y="11406"/>
                  </a:cubicBezTo>
                  <a:cubicBezTo>
                    <a:pt x="883" y="11185"/>
                    <a:pt x="1072" y="10965"/>
                    <a:pt x="1261" y="10965"/>
                  </a:cubicBezTo>
                  <a:close/>
                  <a:moveTo>
                    <a:pt x="11468" y="11028"/>
                  </a:moveTo>
                  <a:cubicBezTo>
                    <a:pt x="11720" y="11028"/>
                    <a:pt x="11878" y="11217"/>
                    <a:pt x="11878" y="11437"/>
                  </a:cubicBezTo>
                  <a:cubicBezTo>
                    <a:pt x="11878" y="11689"/>
                    <a:pt x="11657" y="11878"/>
                    <a:pt x="11468" y="11878"/>
                  </a:cubicBezTo>
                  <a:cubicBezTo>
                    <a:pt x="11248" y="11878"/>
                    <a:pt x="11027" y="11689"/>
                    <a:pt x="11027" y="11437"/>
                  </a:cubicBezTo>
                  <a:cubicBezTo>
                    <a:pt x="11027" y="11217"/>
                    <a:pt x="11248" y="11028"/>
                    <a:pt x="11468" y="11028"/>
                  </a:cubicBezTo>
                  <a:close/>
                  <a:moveTo>
                    <a:pt x="1229" y="1"/>
                  </a:moveTo>
                  <a:cubicBezTo>
                    <a:pt x="567" y="1"/>
                    <a:pt x="0" y="536"/>
                    <a:pt x="0" y="1198"/>
                  </a:cubicBezTo>
                  <a:cubicBezTo>
                    <a:pt x="0" y="1891"/>
                    <a:pt x="567" y="2458"/>
                    <a:pt x="1229" y="2458"/>
                  </a:cubicBezTo>
                  <a:cubicBezTo>
                    <a:pt x="1418" y="2458"/>
                    <a:pt x="1576" y="2427"/>
                    <a:pt x="1796" y="2364"/>
                  </a:cubicBezTo>
                  <a:lnTo>
                    <a:pt x="2836" y="3403"/>
                  </a:lnTo>
                  <a:cubicBezTo>
                    <a:pt x="2174" y="4222"/>
                    <a:pt x="1828" y="5231"/>
                    <a:pt x="1828" y="6302"/>
                  </a:cubicBezTo>
                  <a:cubicBezTo>
                    <a:pt x="1828" y="7341"/>
                    <a:pt x="2174" y="8381"/>
                    <a:pt x="2899" y="9200"/>
                  </a:cubicBezTo>
                  <a:lnTo>
                    <a:pt x="1796" y="10303"/>
                  </a:lnTo>
                  <a:cubicBezTo>
                    <a:pt x="1639" y="10240"/>
                    <a:pt x="1418" y="10177"/>
                    <a:pt x="1229" y="10177"/>
                  </a:cubicBezTo>
                  <a:cubicBezTo>
                    <a:pt x="567" y="10177"/>
                    <a:pt x="0" y="10744"/>
                    <a:pt x="0" y="11437"/>
                  </a:cubicBezTo>
                  <a:cubicBezTo>
                    <a:pt x="0" y="12130"/>
                    <a:pt x="567" y="12666"/>
                    <a:pt x="1229" y="12666"/>
                  </a:cubicBezTo>
                  <a:cubicBezTo>
                    <a:pt x="1891" y="12666"/>
                    <a:pt x="2489" y="12130"/>
                    <a:pt x="2489" y="11437"/>
                  </a:cubicBezTo>
                  <a:cubicBezTo>
                    <a:pt x="2489" y="11248"/>
                    <a:pt x="2458" y="11091"/>
                    <a:pt x="2363" y="10901"/>
                  </a:cubicBezTo>
                  <a:lnTo>
                    <a:pt x="3466" y="9799"/>
                  </a:lnTo>
                  <a:cubicBezTo>
                    <a:pt x="4317" y="10460"/>
                    <a:pt x="5325" y="10838"/>
                    <a:pt x="6396" y="10838"/>
                  </a:cubicBezTo>
                  <a:cubicBezTo>
                    <a:pt x="7467" y="10838"/>
                    <a:pt x="8475" y="10492"/>
                    <a:pt x="9263" y="9830"/>
                  </a:cubicBezTo>
                  <a:lnTo>
                    <a:pt x="10334" y="10901"/>
                  </a:lnTo>
                  <a:cubicBezTo>
                    <a:pt x="10240" y="11059"/>
                    <a:pt x="10208" y="11248"/>
                    <a:pt x="10208" y="11437"/>
                  </a:cubicBezTo>
                  <a:cubicBezTo>
                    <a:pt x="10208" y="12099"/>
                    <a:pt x="10775" y="12666"/>
                    <a:pt x="11468" y="12666"/>
                  </a:cubicBezTo>
                  <a:cubicBezTo>
                    <a:pt x="12130" y="12666"/>
                    <a:pt x="12697" y="12099"/>
                    <a:pt x="12697" y="11437"/>
                  </a:cubicBezTo>
                  <a:cubicBezTo>
                    <a:pt x="12697" y="10775"/>
                    <a:pt x="12130" y="10177"/>
                    <a:pt x="11468" y="10177"/>
                  </a:cubicBezTo>
                  <a:cubicBezTo>
                    <a:pt x="11279" y="10177"/>
                    <a:pt x="11122" y="10208"/>
                    <a:pt x="10933" y="10303"/>
                  </a:cubicBezTo>
                  <a:lnTo>
                    <a:pt x="9861" y="9232"/>
                  </a:lnTo>
                  <a:cubicBezTo>
                    <a:pt x="11279" y="7562"/>
                    <a:pt x="11279" y="5073"/>
                    <a:pt x="9861" y="3403"/>
                  </a:cubicBezTo>
                  <a:lnTo>
                    <a:pt x="10933" y="2364"/>
                  </a:lnTo>
                  <a:cubicBezTo>
                    <a:pt x="11122" y="2427"/>
                    <a:pt x="11279" y="2458"/>
                    <a:pt x="11468" y="2458"/>
                  </a:cubicBezTo>
                  <a:cubicBezTo>
                    <a:pt x="12130" y="2458"/>
                    <a:pt x="12697" y="1923"/>
                    <a:pt x="12697" y="1198"/>
                  </a:cubicBezTo>
                  <a:cubicBezTo>
                    <a:pt x="12697" y="536"/>
                    <a:pt x="12130" y="1"/>
                    <a:pt x="11468" y="1"/>
                  </a:cubicBezTo>
                  <a:cubicBezTo>
                    <a:pt x="10807" y="1"/>
                    <a:pt x="10208" y="536"/>
                    <a:pt x="10208" y="1198"/>
                  </a:cubicBezTo>
                  <a:cubicBezTo>
                    <a:pt x="10208" y="1419"/>
                    <a:pt x="10240" y="1576"/>
                    <a:pt x="10334" y="1765"/>
                  </a:cubicBezTo>
                  <a:lnTo>
                    <a:pt x="9263" y="2836"/>
                  </a:lnTo>
                  <a:cubicBezTo>
                    <a:pt x="8412" y="2127"/>
                    <a:pt x="7373" y="1773"/>
                    <a:pt x="6337" y="1773"/>
                  </a:cubicBezTo>
                  <a:cubicBezTo>
                    <a:pt x="5301" y="1773"/>
                    <a:pt x="4269" y="2127"/>
                    <a:pt x="3434" y="2836"/>
                  </a:cubicBezTo>
                  <a:lnTo>
                    <a:pt x="2363" y="1765"/>
                  </a:lnTo>
                  <a:cubicBezTo>
                    <a:pt x="2458" y="1608"/>
                    <a:pt x="2489" y="1419"/>
                    <a:pt x="2489" y="1198"/>
                  </a:cubicBezTo>
                  <a:cubicBezTo>
                    <a:pt x="2489" y="536"/>
                    <a:pt x="1954" y="1"/>
                    <a:pt x="12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736" name="Google Shape;736;p64"/>
          <p:cNvSpPr/>
          <p:nvPr/>
        </p:nvSpPr>
        <p:spPr>
          <a:xfrm>
            <a:off x="4218142" y="4843431"/>
            <a:ext cx="468381" cy="465943"/>
          </a:xfrm>
          <a:custGeom>
            <a:avLst/>
            <a:gdLst/>
            <a:ahLst/>
            <a:cxnLst/>
            <a:rect l="l" t="t" r="r" b="b"/>
            <a:pathLst>
              <a:path w="11909" h="11847" extrusionOk="0">
                <a:moveTo>
                  <a:pt x="3560" y="2647"/>
                </a:moveTo>
                <a:lnTo>
                  <a:pt x="3560" y="3561"/>
                </a:lnTo>
                <a:lnTo>
                  <a:pt x="2615" y="3561"/>
                </a:lnTo>
                <a:lnTo>
                  <a:pt x="3560" y="2647"/>
                </a:lnTo>
                <a:close/>
                <a:moveTo>
                  <a:pt x="6616" y="4222"/>
                </a:moveTo>
                <a:cubicBezTo>
                  <a:pt x="7971" y="4285"/>
                  <a:pt x="9074" y="5325"/>
                  <a:pt x="9074" y="6680"/>
                </a:cubicBezTo>
                <a:cubicBezTo>
                  <a:pt x="9074" y="8003"/>
                  <a:pt x="7971" y="9106"/>
                  <a:pt x="6616" y="9106"/>
                </a:cubicBezTo>
                <a:cubicBezTo>
                  <a:pt x="5293" y="9106"/>
                  <a:pt x="4190" y="8003"/>
                  <a:pt x="4190" y="6680"/>
                </a:cubicBezTo>
                <a:cubicBezTo>
                  <a:pt x="4190" y="5325"/>
                  <a:pt x="5293" y="4222"/>
                  <a:pt x="6616" y="4222"/>
                </a:cubicBezTo>
                <a:close/>
                <a:moveTo>
                  <a:pt x="7687" y="757"/>
                </a:moveTo>
                <a:lnTo>
                  <a:pt x="7687" y="1513"/>
                </a:lnTo>
                <a:lnTo>
                  <a:pt x="3875" y="1513"/>
                </a:lnTo>
                <a:cubicBezTo>
                  <a:pt x="3781" y="1513"/>
                  <a:pt x="3655" y="1544"/>
                  <a:pt x="3623" y="1639"/>
                </a:cubicBezTo>
                <a:lnTo>
                  <a:pt x="1512" y="3718"/>
                </a:lnTo>
                <a:cubicBezTo>
                  <a:pt x="1418" y="3813"/>
                  <a:pt x="1386" y="3876"/>
                  <a:pt x="1386" y="3939"/>
                </a:cubicBezTo>
                <a:lnTo>
                  <a:pt x="1386" y="9862"/>
                </a:lnTo>
                <a:lnTo>
                  <a:pt x="662" y="9862"/>
                </a:lnTo>
                <a:lnTo>
                  <a:pt x="662" y="757"/>
                </a:lnTo>
                <a:close/>
                <a:moveTo>
                  <a:pt x="8380" y="2175"/>
                </a:moveTo>
                <a:lnTo>
                  <a:pt x="8380" y="4128"/>
                </a:lnTo>
                <a:cubicBezTo>
                  <a:pt x="7876" y="3813"/>
                  <a:pt x="7278" y="3592"/>
                  <a:pt x="6648" y="3592"/>
                </a:cubicBezTo>
                <a:cubicBezTo>
                  <a:pt x="4915" y="3592"/>
                  <a:pt x="3560" y="5010"/>
                  <a:pt x="3560" y="6711"/>
                </a:cubicBezTo>
                <a:cubicBezTo>
                  <a:pt x="3560" y="8444"/>
                  <a:pt x="4946" y="9830"/>
                  <a:pt x="6648" y="9830"/>
                </a:cubicBezTo>
                <a:cubicBezTo>
                  <a:pt x="7120" y="9830"/>
                  <a:pt x="7593" y="9704"/>
                  <a:pt x="8002" y="9515"/>
                </a:cubicBezTo>
                <a:lnTo>
                  <a:pt x="8380" y="9893"/>
                </a:lnTo>
                <a:lnTo>
                  <a:pt x="8380" y="10492"/>
                </a:lnTo>
                <a:lnTo>
                  <a:pt x="2079" y="10492"/>
                </a:lnTo>
                <a:lnTo>
                  <a:pt x="2079" y="4285"/>
                </a:lnTo>
                <a:lnTo>
                  <a:pt x="3875" y="4285"/>
                </a:lnTo>
                <a:cubicBezTo>
                  <a:pt x="4064" y="4285"/>
                  <a:pt x="4222" y="4128"/>
                  <a:pt x="4222" y="3907"/>
                </a:cubicBezTo>
                <a:lnTo>
                  <a:pt x="4222" y="2175"/>
                </a:lnTo>
                <a:close/>
                <a:moveTo>
                  <a:pt x="9074" y="8633"/>
                </a:moveTo>
                <a:lnTo>
                  <a:pt x="11027" y="10618"/>
                </a:lnTo>
                <a:cubicBezTo>
                  <a:pt x="11153" y="10744"/>
                  <a:pt x="11153" y="10964"/>
                  <a:pt x="11027" y="11090"/>
                </a:cubicBezTo>
                <a:cubicBezTo>
                  <a:pt x="10964" y="11153"/>
                  <a:pt x="10877" y="11185"/>
                  <a:pt x="10791" y="11185"/>
                </a:cubicBezTo>
                <a:cubicBezTo>
                  <a:pt x="10704" y="11185"/>
                  <a:pt x="10617" y="11153"/>
                  <a:pt x="10554" y="11090"/>
                </a:cubicBezTo>
                <a:lnTo>
                  <a:pt x="8601" y="9106"/>
                </a:lnTo>
                <a:cubicBezTo>
                  <a:pt x="8790" y="9011"/>
                  <a:pt x="8948" y="8791"/>
                  <a:pt x="9074" y="8633"/>
                </a:cubicBezTo>
                <a:close/>
                <a:moveTo>
                  <a:pt x="347" y="1"/>
                </a:moveTo>
                <a:cubicBezTo>
                  <a:pt x="158" y="1"/>
                  <a:pt x="0" y="190"/>
                  <a:pt x="0" y="379"/>
                </a:cubicBezTo>
                <a:lnTo>
                  <a:pt x="0" y="10145"/>
                </a:lnTo>
                <a:cubicBezTo>
                  <a:pt x="0" y="10334"/>
                  <a:pt x="158" y="10492"/>
                  <a:pt x="347" y="10492"/>
                </a:cubicBezTo>
                <a:lnTo>
                  <a:pt x="1386" y="10492"/>
                </a:lnTo>
                <a:lnTo>
                  <a:pt x="1386" y="10838"/>
                </a:lnTo>
                <a:cubicBezTo>
                  <a:pt x="1386" y="11059"/>
                  <a:pt x="1544" y="11216"/>
                  <a:pt x="1733" y="11216"/>
                </a:cubicBezTo>
                <a:lnTo>
                  <a:pt x="8695" y="11216"/>
                </a:lnTo>
                <a:cubicBezTo>
                  <a:pt x="8916" y="11216"/>
                  <a:pt x="9074" y="11059"/>
                  <a:pt x="9074" y="10838"/>
                </a:cubicBezTo>
                <a:lnTo>
                  <a:pt x="9074" y="10586"/>
                </a:lnTo>
                <a:lnTo>
                  <a:pt x="10050" y="11563"/>
                </a:lnTo>
                <a:cubicBezTo>
                  <a:pt x="10239" y="11752"/>
                  <a:pt x="10507" y="11847"/>
                  <a:pt x="10775" y="11847"/>
                </a:cubicBezTo>
                <a:cubicBezTo>
                  <a:pt x="11043" y="11847"/>
                  <a:pt x="11310" y="11752"/>
                  <a:pt x="11499" y="11563"/>
                </a:cubicBezTo>
                <a:cubicBezTo>
                  <a:pt x="11909" y="11153"/>
                  <a:pt x="11909" y="10492"/>
                  <a:pt x="11499" y="10114"/>
                </a:cubicBezTo>
                <a:lnTo>
                  <a:pt x="9420" y="8003"/>
                </a:lnTo>
                <a:cubicBezTo>
                  <a:pt x="9609" y="7625"/>
                  <a:pt x="9735" y="7152"/>
                  <a:pt x="9735" y="6680"/>
                </a:cubicBezTo>
                <a:cubicBezTo>
                  <a:pt x="9735" y="5924"/>
                  <a:pt x="9452" y="5262"/>
                  <a:pt x="9011" y="4695"/>
                </a:cubicBezTo>
                <a:lnTo>
                  <a:pt x="9011" y="1828"/>
                </a:lnTo>
                <a:cubicBezTo>
                  <a:pt x="9011" y="1639"/>
                  <a:pt x="8853" y="1481"/>
                  <a:pt x="8664" y="1481"/>
                </a:cubicBezTo>
                <a:lnTo>
                  <a:pt x="8317" y="1481"/>
                </a:lnTo>
                <a:lnTo>
                  <a:pt x="8317" y="379"/>
                </a:lnTo>
                <a:cubicBezTo>
                  <a:pt x="8317" y="190"/>
                  <a:pt x="8160" y="1"/>
                  <a:pt x="7971" y="1"/>
                </a:cubicBez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grpSp>
        <p:nvGrpSpPr>
          <p:cNvPr id="737" name="Google Shape;737;p64"/>
          <p:cNvGrpSpPr/>
          <p:nvPr/>
        </p:nvGrpSpPr>
        <p:grpSpPr>
          <a:xfrm>
            <a:off x="7561080" y="4622339"/>
            <a:ext cx="469640" cy="464723"/>
            <a:chOff x="1049375" y="2318350"/>
            <a:chExt cx="298525" cy="295400"/>
          </a:xfrm>
          <a:solidFill>
            <a:srgbClr val="C00000"/>
          </a:solidFill>
        </p:grpSpPr>
        <p:sp>
          <p:nvSpPr>
            <p:cNvPr id="738" name="Google Shape;738;p64"/>
            <p:cNvSpPr/>
            <p:nvPr/>
          </p:nvSpPr>
          <p:spPr>
            <a:xfrm>
              <a:off x="1101350" y="2492325"/>
              <a:ext cx="70125" cy="50525"/>
            </a:xfrm>
            <a:custGeom>
              <a:avLst/>
              <a:gdLst/>
              <a:ahLst/>
              <a:cxnLst/>
              <a:rect l="l" t="t" r="r" b="b"/>
              <a:pathLst>
                <a:path w="2805" h="2021" extrusionOk="0">
                  <a:moveTo>
                    <a:pt x="2473" y="0"/>
                  </a:moveTo>
                  <a:cubicBezTo>
                    <a:pt x="2377" y="0"/>
                    <a:pt x="2273" y="32"/>
                    <a:pt x="2206" y="99"/>
                  </a:cubicBezTo>
                  <a:lnTo>
                    <a:pt x="1072" y="1233"/>
                  </a:lnTo>
                  <a:lnTo>
                    <a:pt x="599" y="761"/>
                  </a:lnTo>
                  <a:cubicBezTo>
                    <a:pt x="536" y="713"/>
                    <a:pt x="449" y="690"/>
                    <a:pt x="363" y="690"/>
                  </a:cubicBezTo>
                  <a:cubicBezTo>
                    <a:pt x="276" y="690"/>
                    <a:pt x="189" y="713"/>
                    <a:pt x="126" y="761"/>
                  </a:cubicBezTo>
                  <a:cubicBezTo>
                    <a:pt x="0" y="887"/>
                    <a:pt x="0" y="1139"/>
                    <a:pt x="126" y="1233"/>
                  </a:cubicBezTo>
                  <a:lnTo>
                    <a:pt x="820" y="1958"/>
                  </a:lnTo>
                  <a:cubicBezTo>
                    <a:pt x="914" y="2021"/>
                    <a:pt x="977" y="2021"/>
                    <a:pt x="1072" y="2021"/>
                  </a:cubicBezTo>
                  <a:cubicBezTo>
                    <a:pt x="1135" y="2021"/>
                    <a:pt x="1261" y="1989"/>
                    <a:pt x="1292" y="1926"/>
                  </a:cubicBezTo>
                  <a:lnTo>
                    <a:pt x="2678" y="540"/>
                  </a:lnTo>
                  <a:cubicBezTo>
                    <a:pt x="2804" y="414"/>
                    <a:pt x="2804" y="162"/>
                    <a:pt x="2678" y="68"/>
                  </a:cubicBezTo>
                  <a:cubicBezTo>
                    <a:pt x="2634" y="24"/>
                    <a:pt x="2557" y="0"/>
                    <a:pt x="24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9" name="Google Shape;739;p64"/>
            <p:cNvSpPr/>
            <p:nvPr/>
          </p:nvSpPr>
          <p:spPr>
            <a:xfrm>
              <a:off x="1101350" y="2440525"/>
              <a:ext cx="70125" cy="51150"/>
            </a:xfrm>
            <a:custGeom>
              <a:avLst/>
              <a:gdLst/>
              <a:ahLst/>
              <a:cxnLst/>
              <a:rect l="l" t="t" r="r" b="b"/>
              <a:pathLst>
                <a:path w="2805" h="2046" extrusionOk="0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38"/>
                    <a:pt x="449" y="714"/>
                    <a:pt x="363" y="714"/>
                  </a:cubicBezTo>
                  <a:cubicBezTo>
                    <a:pt x="276" y="714"/>
                    <a:pt x="189" y="738"/>
                    <a:pt x="126" y="785"/>
                  </a:cubicBezTo>
                  <a:cubicBezTo>
                    <a:pt x="0" y="911"/>
                    <a:pt x="0" y="1163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4"/>
                    <a:pt x="1292" y="1951"/>
                  </a:cubicBezTo>
                  <a:lnTo>
                    <a:pt x="2678" y="564"/>
                  </a:lnTo>
                  <a:cubicBezTo>
                    <a:pt x="2804" y="438"/>
                    <a:pt x="2804" y="186"/>
                    <a:pt x="2678" y="92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0" name="Google Shape;740;p64"/>
            <p:cNvSpPr/>
            <p:nvPr/>
          </p:nvSpPr>
          <p:spPr>
            <a:xfrm>
              <a:off x="1101350" y="2388550"/>
              <a:ext cx="70125" cy="51125"/>
            </a:xfrm>
            <a:custGeom>
              <a:avLst/>
              <a:gdLst/>
              <a:ahLst/>
              <a:cxnLst/>
              <a:rect l="l" t="t" r="r" b="b"/>
              <a:pathLst>
                <a:path w="2805" h="2045" extrusionOk="0">
                  <a:moveTo>
                    <a:pt x="2469" y="1"/>
                  </a:moveTo>
                  <a:cubicBezTo>
                    <a:pt x="2374" y="1"/>
                    <a:pt x="2272" y="40"/>
                    <a:pt x="2206" y="123"/>
                  </a:cubicBezTo>
                  <a:lnTo>
                    <a:pt x="1072" y="1257"/>
                  </a:lnTo>
                  <a:lnTo>
                    <a:pt x="599" y="785"/>
                  </a:lnTo>
                  <a:cubicBezTo>
                    <a:pt x="536" y="722"/>
                    <a:pt x="449" y="690"/>
                    <a:pt x="363" y="690"/>
                  </a:cubicBezTo>
                  <a:cubicBezTo>
                    <a:pt x="276" y="690"/>
                    <a:pt x="189" y="722"/>
                    <a:pt x="126" y="785"/>
                  </a:cubicBezTo>
                  <a:cubicBezTo>
                    <a:pt x="0" y="911"/>
                    <a:pt x="0" y="1131"/>
                    <a:pt x="126" y="1257"/>
                  </a:cubicBezTo>
                  <a:lnTo>
                    <a:pt x="820" y="1982"/>
                  </a:lnTo>
                  <a:cubicBezTo>
                    <a:pt x="914" y="2045"/>
                    <a:pt x="977" y="2045"/>
                    <a:pt x="1072" y="2045"/>
                  </a:cubicBezTo>
                  <a:cubicBezTo>
                    <a:pt x="1135" y="2045"/>
                    <a:pt x="1261" y="2013"/>
                    <a:pt x="1292" y="1919"/>
                  </a:cubicBezTo>
                  <a:lnTo>
                    <a:pt x="2678" y="532"/>
                  </a:lnTo>
                  <a:cubicBezTo>
                    <a:pt x="2804" y="438"/>
                    <a:pt x="2804" y="186"/>
                    <a:pt x="2678" y="91"/>
                  </a:cubicBezTo>
                  <a:cubicBezTo>
                    <a:pt x="2634" y="32"/>
                    <a:pt x="2554" y="1"/>
                    <a:pt x="24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1" name="Google Shape;741;p64"/>
            <p:cNvSpPr/>
            <p:nvPr/>
          </p:nvSpPr>
          <p:spPr>
            <a:xfrm>
              <a:off x="1049375" y="2318350"/>
              <a:ext cx="298525" cy="295400"/>
            </a:xfrm>
            <a:custGeom>
              <a:avLst/>
              <a:gdLst/>
              <a:ahLst/>
              <a:cxnLst/>
              <a:rect l="l" t="t" r="r" b="b"/>
              <a:pathLst>
                <a:path w="11941" h="11816" extrusionOk="0">
                  <a:moveTo>
                    <a:pt x="6963" y="1198"/>
                  </a:moveTo>
                  <a:lnTo>
                    <a:pt x="7876" y="2143"/>
                  </a:lnTo>
                  <a:lnTo>
                    <a:pt x="6963" y="2143"/>
                  </a:lnTo>
                  <a:lnTo>
                    <a:pt x="6963" y="1198"/>
                  </a:lnTo>
                  <a:close/>
                  <a:moveTo>
                    <a:pt x="10286" y="3498"/>
                  </a:moveTo>
                  <a:cubicBezTo>
                    <a:pt x="10373" y="3498"/>
                    <a:pt x="10460" y="3530"/>
                    <a:pt x="10523" y="3593"/>
                  </a:cubicBezTo>
                  <a:lnTo>
                    <a:pt x="10995" y="4065"/>
                  </a:lnTo>
                  <a:cubicBezTo>
                    <a:pt x="11184" y="4223"/>
                    <a:pt x="11184" y="4475"/>
                    <a:pt x="11027" y="4569"/>
                  </a:cubicBezTo>
                  <a:lnTo>
                    <a:pt x="10806" y="4821"/>
                  </a:lnTo>
                  <a:lnTo>
                    <a:pt x="9798" y="3845"/>
                  </a:lnTo>
                  <a:lnTo>
                    <a:pt x="10050" y="3593"/>
                  </a:lnTo>
                  <a:cubicBezTo>
                    <a:pt x="10113" y="3530"/>
                    <a:pt x="10200" y="3498"/>
                    <a:pt x="10286" y="3498"/>
                  </a:cubicBezTo>
                  <a:close/>
                  <a:moveTo>
                    <a:pt x="9294" y="4349"/>
                  </a:moveTo>
                  <a:lnTo>
                    <a:pt x="10271" y="5325"/>
                  </a:lnTo>
                  <a:lnTo>
                    <a:pt x="7845" y="7783"/>
                  </a:lnTo>
                  <a:lnTo>
                    <a:pt x="6868" y="6774"/>
                  </a:lnTo>
                  <a:lnTo>
                    <a:pt x="9294" y="4349"/>
                  </a:lnTo>
                  <a:close/>
                  <a:moveTo>
                    <a:pt x="6585" y="7499"/>
                  </a:moveTo>
                  <a:lnTo>
                    <a:pt x="7183" y="8098"/>
                  </a:lnTo>
                  <a:lnTo>
                    <a:pt x="6427" y="8255"/>
                  </a:lnTo>
                  <a:lnTo>
                    <a:pt x="6585" y="7499"/>
                  </a:lnTo>
                  <a:close/>
                  <a:moveTo>
                    <a:pt x="6994" y="10398"/>
                  </a:moveTo>
                  <a:lnTo>
                    <a:pt x="6994" y="10776"/>
                  </a:lnTo>
                  <a:cubicBezTo>
                    <a:pt x="6994" y="10870"/>
                    <a:pt x="7057" y="10996"/>
                    <a:pt x="7089" y="11122"/>
                  </a:cubicBezTo>
                  <a:lnTo>
                    <a:pt x="1071" y="11122"/>
                  </a:lnTo>
                  <a:cubicBezTo>
                    <a:pt x="882" y="11122"/>
                    <a:pt x="693" y="10965"/>
                    <a:pt x="693" y="10776"/>
                  </a:cubicBezTo>
                  <a:lnTo>
                    <a:pt x="693" y="10398"/>
                  </a:lnTo>
                  <a:close/>
                  <a:moveTo>
                    <a:pt x="6270" y="663"/>
                  </a:moveTo>
                  <a:lnTo>
                    <a:pt x="6270" y="2458"/>
                  </a:lnTo>
                  <a:cubicBezTo>
                    <a:pt x="6270" y="2647"/>
                    <a:pt x="6427" y="2805"/>
                    <a:pt x="6616" y="2805"/>
                  </a:cubicBezTo>
                  <a:lnTo>
                    <a:pt x="8349" y="2805"/>
                  </a:lnTo>
                  <a:lnTo>
                    <a:pt x="8349" y="4286"/>
                  </a:lnTo>
                  <a:lnTo>
                    <a:pt x="6112" y="6554"/>
                  </a:lnTo>
                  <a:cubicBezTo>
                    <a:pt x="6081" y="6585"/>
                    <a:pt x="6018" y="6680"/>
                    <a:pt x="6018" y="6711"/>
                  </a:cubicBezTo>
                  <a:lnTo>
                    <a:pt x="5608" y="8633"/>
                  </a:lnTo>
                  <a:cubicBezTo>
                    <a:pt x="5545" y="8759"/>
                    <a:pt x="5608" y="8885"/>
                    <a:pt x="5671" y="8948"/>
                  </a:cubicBezTo>
                  <a:cubicBezTo>
                    <a:pt x="5742" y="9019"/>
                    <a:pt x="5813" y="9055"/>
                    <a:pt x="5897" y="9055"/>
                  </a:cubicBezTo>
                  <a:cubicBezTo>
                    <a:pt x="5925" y="9055"/>
                    <a:pt x="5955" y="9051"/>
                    <a:pt x="5986" y="9043"/>
                  </a:cubicBezTo>
                  <a:lnTo>
                    <a:pt x="7908" y="8602"/>
                  </a:lnTo>
                  <a:cubicBezTo>
                    <a:pt x="8002" y="8602"/>
                    <a:pt x="8034" y="8570"/>
                    <a:pt x="8065" y="8507"/>
                  </a:cubicBezTo>
                  <a:lnTo>
                    <a:pt x="8349" y="8255"/>
                  </a:lnTo>
                  <a:lnTo>
                    <a:pt x="8349" y="10807"/>
                  </a:lnTo>
                  <a:lnTo>
                    <a:pt x="8380" y="10807"/>
                  </a:lnTo>
                  <a:cubicBezTo>
                    <a:pt x="8380" y="10996"/>
                    <a:pt x="8223" y="11154"/>
                    <a:pt x="8034" y="11154"/>
                  </a:cubicBezTo>
                  <a:cubicBezTo>
                    <a:pt x="7845" y="11154"/>
                    <a:pt x="7687" y="10996"/>
                    <a:pt x="7687" y="10807"/>
                  </a:cubicBezTo>
                  <a:lnTo>
                    <a:pt x="7687" y="10083"/>
                  </a:lnTo>
                  <a:cubicBezTo>
                    <a:pt x="7687" y="9893"/>
                    <a:pt x="7530" y="9736"/>
                    <a:pt x="7309" y="9736"/>
                  </a:cubicBezTo>
                  <a:lnTo>
                    <a:pt x="1386" y="9736"/>
                  </a:lnTo>
                  <a:lnTo>
                    <a:pt x="1386" y="663"/>
                  </a:lnTo>
                  <a:close/>
                  <a:moveTo>
                    <a:pt x="1071" y="1"/>
                  </a:moveTo>
                  <a:cubicBezTo>
                    <a:pt x="882" y="1"/>
                    <a:pt x="693" y="158"/>
                    <a:pt x="693" y="379"/>
                  </a:cubicBezTo>
                  <a:lnTo>
                    <a:pt x="693" y="9736"/>
                  </a:lnTo>
                  <a:lnTo>
                    <a:pt x="347" y="9736"/>
                  </a:lnTo>
                  <a:cubicBezTo>
                    <a:pt x="158" y="9736"/>
                    <a:pt x="0" y="9893"/>
                    <a:pt x="0" y="10083"/>
                  </a:cubicBezTo>
                  <a:lnTo>
                    <a:pt x="0" y="10807"/>
                  </a:lnTo>
                  <a:cubicBezTo>
                    <a:pt x="0" y="11406"/>
                    <a:pt x="473" y="11815"/>
                    <a:pt x="1008" y="11815"/>
                  </a:cubicBezTo>
                  <a:lnTo>
                    <a:pt x="8002" y="11815"/>
                  </a:lnTo>
                  <a:cubicBezTo>
                    <a:pt x="8569" y="11815"/>
                    <a:pt x="9011" y="11343"/>
                    <a:pt x="9011" y="10807"/>
                  </a:cubicBezTo>
                  <a:lnTo>
                    <a:pt x="9011" y="7562"/>
                  </a:lnTo>
                  <a:lnTo>
                    <a:pt x="11499" y="5105"/>
                  </a:lnTo>
                  <a:cubicBezTo>
                    <a:pt x="11940" y="4664"/>
                    <a:pt x="11940" y="4034"/>
                    <a:pt x="11531" y="3593"/>
                  </a:cubicBezTo>
                  <a:lnTo>
                    <a:pt x="11058" y="3120"/>
                  </a:lnTo>
                  <a:cubicBezTo>
                    <a:pt x="10869" y="2931"/>
                    <a:pt x="10609" y="2836"/>
                    <a:pt x="10346" y="2836"/>
                  </a:cubicBezTo>
                  <a:cubicBezTo>
                    <a:pt x="10082" y="2836"/>
                    <a:pt x="9814" y="2931"/>
                    <a:pt x="9609" y="3120"/>
                  </a:cubicBezTo>
                  <a:lnTo>
                    <a:pt x="9105" y="3624"/>
                  </a:lnTo>
                  <a:lnTo>
                    <a:pt x="9105" y="2490"/>
                  </a:lnTo>
                  <a:cubicBezTo>
                    <a:pt x="9105" y="2427"/>
                    <a:pt x="9074" y="2332"/>
                    <a:pt x="8979" y="2269"/>
                  </a:cubicBezTo>
                  <a:lnTo>
                    <a:pt x="6900" y="127"/>
                  </a:lnTo>
                  <a:cubicBezTo>
                    <a:pt x="6805" y="64"/>
                    <a:pt x="6742" y="1"/>
                    <a:pt x="66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742" name="Google Shape;742;p64"/>
          <p:cNvGrpSpPr/>
          <p:nvPr/>
        </p:nvGrpSpPr>
        <p:grpSpPr>
          <a:xfrm>
            <a:off x="5851721" y="1867691"/>
            <a:ext cx="488359" cy="488976"/>
            <a:chOff x="-61784125" y="1931250"/>
            <a:chExt cx="316650" cy="317050"/>
          </a:xfrm>
          <a:solidFill>
            <a:srgbClr val="C00000"/>
          </a:solidFill>
        </p:grpSpPr>
        <p:sp>
          <p:nvSpPr>
            <p:cNvPr id="743" name="Google Shape;743;p64"/>
            <p:cNvSpPr/>
            <p:nvPr/>
          </p:nvSpPr>
          <p:spPr>
            <a:xfrm>
              <a:off x="-61688025" y="1931250"/>
              <a:ext cx="124450" cy="134300"/>
            </a:xfrm>
            <a:custGeom>
              <a:avLst/>
              <a:gdLst/>
              <a:ahLst/>
              <a:cxnLst/>
              <a:rect l="l" t="t" r="r" b="b"/>
              <a:pathLst>
                <a:path w="4978" h="5372" extrusionOk="0">
                  <a:moveTo>
                    <a:pt x="2497" y="845"/>
                  </a:moveTo>
                  <a:cubicBezTo>
                    <a:pt x="2709" y="845"/>
                    <a:pt x="2922" y="922"/>
                    <a:pt x="3088" y="1087"/>
                  </a:cubicBezTo>
                  <a:cubicBezTo>
                    <a:pt x="3277" y="1276"/>
                    <a:pt x="3340" y="1591"/>
                    <a:pt x="3277" y="1906"/>
                  </a:cubicBezTo>
                  <a:cubicBezTo>
                    <a:pt x="3182" y="2190"/>
                    <a:pt x="2993" y="2410"/>
                    <a:pt x="2709" y="2442"/>
                  </a:cubicBezTo>
                  <a:cubicBezTo>
                    <a:pt x="2625" y="2467"/>
                    <a:pt x="2545" y="2479"/>
                    <a:pt x="2469" y="2479"/>
                  </a:cubicBezTo>
                  <a:cubicBezTo>
                    <a:pt x="2259" y="2479"/>
                    <a:pt x="2075" y="2391"/>
                    <a:pt x="1890" y="2253"/>
                  </a:cubicBezTo>
                  <a:cubicBezTo>
                    <a:pt x="1701" y="2032"/>
                    <a:pt x="1607" y="1717"/>
                    <a:pt x="1701" y="1434"/>
                  </a:cubicBezTo>
                  <a:cubicBezTo>
                    <a:pt x="1800" y="1059"/>
                    <a:pt x="2145" y="845"/>
                    <a:pt x="2497" y="845"/>
                  </a:cubicBezTo>
                  <a:close/>
                  <a:moveTo>
                    <a:pt x="2520" y="3324"/>
                  </a:moveTo>
                  <a:cubicBezTo>
                    <a:pt x="3277" y="3324"/>
                    <a:pt x="3907" y="3828"/>
                    <a:pt x="4096" y="4553"/>
                  </a:cubicBezTo>
                  <a:lnTo>
                    <a:pt x="914" y="4553"/>
                  </a:lnTo>
                  <a:cubicBezTo>
                    <a:pt x="1103" y="3828"/>
                    <a:pt x="1733" y="3324"/>
                    <a:pt x="2520" y="3324"/>
                  </a:cubicBezTo>
                  <a:close/>
                  <a:moveTo>
                    <a:pt x="2510" y="1"/>
                  </a:moveTo>
                  <a:cubicBezTo>
                    <a:pt x="1805" y="1"/>
                    <a:pt x="1113" y="455"/>
                    <a:pt x="914" y="1213"/>
                  </a:cubicBezTo>
                  <a:cubicBezTo>
                    <a:pt x="756" y="1780"/>
                    <a:pt x="914" y="2347"/>
                    <a:pt x="1292" y="2789"/>
                  </a:cubicBezTo>
                  <a:cubicBezTo>
                    <a:pt x="567" y="3198"/>
                    <a:pt x="0" y="3986"/>
                    <a:pt x="0" y="4931"/>
                  </a:cubicBezTo>
                  <a:cubicBezTo>
                    <a:pt x="0" y="5183"/>
                    <a:pt x="189" y="5372"/>
                    <a:pt x="441" y="5372"/>
                  </a:cubicBezTo>
                  <a:lnTo>
                    <a:pt x="4568" y="5372"/>
                  </a:lnTo>
                  <a:cubicBezTo>
                    <a:pt x="4820" y="5372"/>
                    <a:pt x="4978" y="5183"/>
                    <a:pt x="4978" y="4931"/>
                  </a:cubicBezTo>
                  <a:cubicBezTo>
                    <a:pt x="4978" y="3986"/>
                    <a:pt x="4442" y="3198"/>
                    <a:pt x="3718" y="2789"/>
                  </a:cubicBezTo>
                  <a:cubicBezTo>
                    <a:pt x="3907" y="2568"/>
                    <a:pt x="4033" y="2347"/>
                    <a:pt x="4096" y="2064"/>
                  </a:cubicBezTo>
                  <a:cubicBezTo>
                    <a:pt x="4253" y="1528"/>
                    <a:pt x="4096" y="930"/>
                    <a:pt x="3655" y="489"/>
                  </a:cubicBezTo>
                  <a:cubicBezTo>
                    <a:pt x="3331" y="153"/>
                    <a:pt x="2918" y="1"/>
                    <a:pt x="25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4" name="Google Shape;744;p64"/>
            <p:cNvSpPr/>
            <p:nvPr/>
          </p:nvSpPr>
          <p:spPr>
            <a:xfrm>
              <a:off x="-61784125" y="2113325"/>
              <a:ext cx="124450" cy="134975"/>
            </a:xfrm>
            <a:custGeom>
              <a:avLst/>
              <a:gdLst/>
              <a:ahLst/>
              <a:cxnLst/>
              <a:rect l="l" t="t" r="r" b="b"/>
              <a:pathLst>
                <a:path w="4978" h="5399" extrusionOk="0">
                  <a:moveTo>
                    <a:pt x="2482" y="848"/>
                  </a:moveTo>
                  <a:cubicBezTo>
                    <a:pt x="2688" y="848"/>
                    <a:pt x="2895" y="921"/>
                    <a:pt x="3056" y="1082"/>
                  </a:cubicBezTo>
                  <a:cubicBezTo>
                    <a:pt x="3245" y="1271"/>
                    <a:pt x="3340" y="1586"/>
                    <a:pt x="3245" y="1901"/>
                  </a:cubicBezTo>
                  <a:cubicBezTo>
                    <a:pt x="3182" y="2185"/>
                    <a:pt x="2993" y="2437"/>
                    <a:pt x="2710" y="2468"/>
                  </a:cubicBezTo>
                  <a:cubicBezTo>
                    <a:pt x="2633" y="2483"/>
                    <a:pt x="2559" y="2491"/>
                    <a:pt x="2487" y="2491"/>
                  </a:cubicBezTo>
                  <a:cubicBezTo>
                    <a:pt x="2261" y="2491"/>
                    <a:pt x="2058" y="2415"/>
                    <a:pt x="1891" y="2248"/>
                  </a:cubicBezTo>
                  <a:cubicBezTo>
                    <a:pt x="1670" y="2059"/>
                    <a:pt x="1607" y="1743"/>
                    <a:pt x="1670" y="1428"/>
                  </a:cubicBezTo>
                  <a:cubicBezTo>
                    <a:pt x="1770" y="1068"/>
                    <a:pt x="2124" y="848"/>
                    <a:pt x="2482" y="848"/>
                  </a:cubicBezTo>
                  <a:close/>
                  <a:moveTo>
                    <a:pt x="2458" y="3319"/>
                  </a:moveTo>
                  <a:cubicBezTo>
                    <a:pt x="3245" y="3319"/>
                    <a:pt x="3907" y="3854"/>
                    <a:pt x="4096" y="4547"/>
                  </a:cubicBezTo>
                  <a:lnTo>
                    <a:pt x="883" y="4547"/>
                  </a:lnTo>
                  <a:cubicBezTo>
                    <a:pt x="1040" y="3886"/>
                    <a:pt x="1733" y="3319"/>
                    <a:pt x="2458" y="3319"/>
                  </a:cubicBezTo>
                  <a:close/>
                  <a:moveTo>
                    <a:pt x="2509" y="1"/>
                  </a:moveTo>
                  <a:cubicBezTo>
                    <a:pt x="1812" y="1"/>
                    <a:pt x="1143" y="437"/>
                    <a:pt x="946" y="1208"/>
                  </a:cubicBezTo>
                  <a:cubicBezTo>
                    <a:pt x="788" y="1806"/>
                    <a:pt x="946" y="2342"/>
                    <a:pt x="1324" y="2783"/>
                  </a:cubicBezTo>
                  <a:cubicBezTo>
                    <a:pt x="568" y="3224"/>
                    <a:pt x="32" y="4012"/>
                    <a:pt x="32" y="4957"/>
                  </a:cubicBezTo>
                  <a:cubicBezTo>
                    <a:pt x="0" y="5209"/>
                    <a:pt x="189" y="5398"/>
                    <a:pt x="410" y="5398"/>
                  </a:cubicBezTo>
                  <a:lnTo>
                    <a:pt x="4569" y="5398"/>
                  </a:lnTo>
                  <a:cubicBezTo>
                    <a:pt x="4789" y="5398"/>
                    <a:pt x="4978" y="5209"/>
                    <a:pt x="4978" y="4988"/>
                  </a:cubicBezTo>
                  <a:cubicBezTo>
                    <a:pt x="4978" y="4043"/>
                    <a:pt x="4474" y="3256"/>
                    <a:pt x="3718" y="2815"/>
                  </a:cubicBezTo>
                  <a:cubicBezTo>
                    <a:pt x="3939" y="2626"/>
                    <a:pt x="4033" y="2374"/>
                    <a:pt x="4128" y="2090"/>
                  </a:cubicBezTo>
                  <a:cubicBezTo>
                    <a:pt x="4285" y="1523"/>
                    <a:pt x="4128" y="924"/>
                    <a:pt x="3687" y="483"/>
                  </a:cubicBezTo>
                  <a:cubicBezTo>
                    <a:pt x="3346" y="155"/>
                    <a:pt x="2923" y="1"/>
                    <a:pt x="25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5" name="Google Shape;745;p64"/>
            <p:cNvSpPr/>
            <p:nvPr/>
          </p:nvSpPr>
          <p:spPr>
            <a:xfrm>
              <a:off x="-61591150" y="2113325"/>
              <a:ext cx="123675" cy="134175"/>
            </a:xfrm>
            <a:custGeom>
              <a:avLst/>
              <a:gdLst/>
              <a:ahLst/>
              <a:cxnLst/>
              <a:rect l="l" t="t" r="r" b="b"/>
              <a:pathLst>
                <a:path w="4947" h="5367" extrusionOk="0">
                  <a:moveTo>
                    <a:pt x="2482" y="848"/>
                  </a:moveTo>
                  <a:cubicBezTo>
                    <a:pt x="2688" y="848"/>
                    <a:pt x="2895" y="921"/>
                    <a:pt x="3056" y="1082"/>
                  </a:cubicBezTo>
                  <a:cubicBezTo>
                    <a:pt x="3245" y="1271"/>
                    <a:pt x="3340" y="1586"/>
                    <a:pt x="3245" y="1901"/>
                  </a:cubicBezTo>
                  <a:cubicBezTo>
                    <a:pt x="3182" y="2185"/>
                    <a:pt x="2993" y="2437"/>
                    <a:pt x="2710" y="2468"/>
                  </a:cubicBezTo>
                  <a:cubicBezTo>
                    <a:pt x="2633" y="2483"/>
                    <a:pt x="2559" y="2491"/>
                    <a:pt x="2486" y="2491"/>
                  </a:cubicBezTo>
                  <a:cubicBezTo>
                    <a:pt x="2261" y="2491"/>
                    <a:pt x="2057" y="2415"/>
                    <a:pt x="1890" y="2248"/>
                  </a:cubicBezTo>
                  <a:cubicBezTo>
                    <a:pt x="1670" y="2059"/>
                    <a:pt x="1607" y="1743"/>
                    <a:pt x="1670" y="1428"/>
                  </a:cubicBezTo>
                  <a:cubicBezTo>
                    <a:pt x="1770" y="1068"/>
                    <a:pt x="2124" y="848"/>
                    <a:pt x="2482" y="848"/>
                  </a:cubicBezTo>
                  <a:close/>
                  <a:moveTo>
                    <a:pt x="2521" y="3382"/>
                  </a:moveTo>
                  <a:cubicBezTo>
                    <a:pt x="3308" y="3382"/>
                    <a:pt x="3938" y="3886"/>
                    <a:pt x="4127" y="4579"/>
                  </a:cubicBezTo>
                  <a:lnTo>
                    <a:pt x="882" y="4579"/>
                  </a:lnTo>
                  <a:cubicBezTo>
                    <a:pt x="1103" y="3886"/>
                    <a:pt x="1733" y="3382"/>
                    <a:pt x="2521" y="3382"/>
                  </a:cubicBezTo>
                  <a:close/>
                  <a:moveTo>
                    <a:pt x="2467" y="1"/>
                  </a:moveTo>
                  <a:cubicBezTo>
                    <a:pt x="1761" y="1"/>
                    <a:pt x="1080" y="437"/>
                    <a:pt x="882" y="1208"/>
                  </a:cubicBezTo>
                  <a:cubicBezTo>
                    <a:pt x="725" y="1806"/>
                    <a:pt x="882" y="2342"/>
                    <a:pt x="1292" y="2783"/>
                  </a:cubicBezTo>
                  <a:cubicBezTo>
                    <a:pt x="536" y="3224"/>
                    <a:pt x="0" y="4012"/>
                    <a:pt x="0" y="4957"/>
                  </a:cubicBezTo>
                  <a:cubicBezTo>
                    <a:pt x="0" y="5178"/>
                    <a:pt x="189" y="5367"/>
                    <a:pt x="378" y="5367"/>
                  </a:cubicBezTo>
                  <a:lnTo>
                    <a:pt x="4505" y="5367"/>
                  </a:lnTo>
                  <a:cubicBezTo>
                    <a:pt x="4757" y="5367"/>
                    <a:pt x="4946" y="5178"/>
                    <a:pt x="4946" y="4957"/>
                  </a:cubicBezTo>
                  <a:cubicBezTo>
                    <a:pt x="4946" y="4075"/>
                    <a:pt x="4442" y="3256"/>
                    <a:pt x="3686" y="2815"/>
                  </a:cubicBezTo>
                  <a:cubicBezTo>
                    <a:pt x="3875" y="2626"/>
                    <a:pt x="4001" y="2374"/>
                    <a:pt x="4096" y="2090"/>
                  </a:cubicBezTo>
                  <a:cubicBezTo>
                    <a:pt x="4253" y="1523"/>
                    <a:pt x="4096" y="924"/>
                    <a:pt x="3655" y="483"/>
                  </a:cubicBezTo>
                  <a:cubicBezTo>
                    <a:pt x="3314" y="155"/>
                    <a:pt x="2887" y="1"/>
                    <a:pt x="24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46" name="Google Shape;746;p64"/>
            <p:cNvSpPr/>
            <p:nvPr/>
          </p:nvSpPr>
          <p:spPr>
            <a:xfrm>
              <a:off x="-61677800" y="2072225"/>
              <a:ext cx="106350" cy="62450"/>
            </a:xfrm>
            <a:custGeom>
              <a:avLst/>
              <a:gdLst/>
              <a:ahLst/>
              <a:cxnLst/>
              <a:rect l="l" t="t" r="r" b="b"/>
              <a:pathLst>
                <a:path w="4254" h="2498" extrusionOk="0">
                  <a:moveTo>
                    <a:pt x="2096" y="1"/>
                  </a:moveTo>
                  <a:cubicBezTo>
                    <a:pt x="1985" y="1"/>
                    <a:pt x="1875" y="48"/>
                    <a:pt x="1796" y="142"/>
                  </a:cubicBezTo>
                  <a:lnTo>
                    <a:pt x="158" y="1781"/>
                  </a:lnTo>
                  <a:cubicBezTo>
                    <a:pt x="1" y="1938"/>
                    <a:pt x="1" y="2222"/>
                    <a:pt x="158" y="2379"/>
                  </a:cubicBezTo>
                  <a:cubicBezTo>
                    <a:pt x="237" y="2458"/>
                    <a:pt x="339" y="2497"/>
                    <a:pt x="442" y="2497"/>
                  </a:cubicBezTo>
                  <a:cubicBezTo>
                    <a:pt x="544" y="2497"/>
                    <a:pt x="646" y="2458"/>
                    <a:pt x="725" y="2379"/>
                  </a:cubicBezTo>
                  <a:lnTo>
                    <a:pt x="2111" y="993"/>
                  </a:lnTo>
                  <a:lnTo>
                    <a:pt x="3498" y="2379"/>
                  </a:lnTo>
                  <a:cubicBezTo>
                    <a:pt x="3576" y="2458"/>
                    <a:pt x="3687" y="2497"/>
                    <a:pt x="3797" y="2497"/>
                  </a:cubicBezTo>
                  <a:cubicBezTo>
                    <a:pt x="3907" y="2497"/>
                    <a:pt x="4017" y="2458"/>
                    <a:pt x="4096" y="2379"/>
                  </a:cubicBezTo>
                  <a:cubicBezTo>
                    <a:pt x="4254" y="2222"/>
                    <a:pt x="4254" y="1938"/>
                    <a:pt x="4096" y="1781"/>
                  </a:cubicBezTo>
                  <a:lnTo>
                    <a:pt x="2395" y="142"/>
                  </a:lnTo>
                  <a:cubicBezTo>
                    <a:pt x="2316" y="48"/>
                    <a:pt x="2206" y="1"/>
                    <a:pt x="209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cxnSp>
        <p:nvCxnSpPr>
          <p:cNvPr id="748" name="Google Shape;748;p64"/>
          <p:cNvCxnSpPr>
            <a:stCxn id="749" idx="3"/>
            <a:endCxn id="750" idx="1"/>
          </p:cNvCxnSpPr>
          <p:nvPr/>
        </p:nvCxnSpPr>
        <p:spPr>
          <a:xfrm>
            <a:off x="3920885" y="3067567"/>
            <a:ext cx="950400" cy="800"/>
          </a:xfrm>
          <a:prstGeom prst="bentConnector3">
            <a:avLst>
              <a:gd name="adj1" fmla="val 49990"/>
            </a:avLst>
          </a:prstGeom>
          <a:ln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51" name="Google Shape;751;p64"/>
          <p:cNvCxnSpPr>
            <a:cxnSpLocks/>
            <a:stCxn id="750" idx="3"/>
            <a:endCxn id="752" idx="1"/>
          </p:cNvCxnSpPr>
          <p:nvPr/>
        </p:nvCxnSpPr>
        <p:spPr>
          <a:xfrm>
            <a:off x="7320700" y="3067567"/>
            <a:ext cx="950400" cy="800"/>
          </a:xfrm>
          <a:prstGeom prst="bentConnector3">
            <a:avLst>
              <a:gd name="adj1" fmla="val 49991"/>
            </a:avLst>
          </a:prstGeom>
          <a:ln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53" name="Google Shape;753;p64"/>
          <p:cNvCxnSpPr>
            <a:cxnSpLocks/>
            <a:stCxn id="752" idx="3"/>
            <a:endCxn id="754" idx="3"/>
          </p:cNvCxnSpPr>
          <p:nvPr/>
        </p:nvCxnSpPr>
        <p:spPr>
          <a:xfrm flipH="1">
            <a:off x="8964520" y="3067567"/>
            <a:ext cx="1756000" cy="2566800"/>
          </a:xfrm>
          <a:prstGeom prst="bentConnector3">
            <a:avLst>
              <a:gd name="adj1" fmla="val -19874"/>
            </a:avLst>
          </a:prstGeom>
          <a:ln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55" name="Google Shape;755;p64"/>
          <p:cNvCxnSpPr>
            <a:stCxn id="754" idx="1"/>
            <a:endCxn id="756" idx="3"/>
          </p:cNvCxnSpPr>
          <p:nvPr/>
        </p:nvCxnSpPr>
        <p:spPr>
          <a:xfrm flipH="1">
            <a:off x="5677133" y="5634335"/>
            <a:ext cx="837600" cy="800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56" name="Google Shape;756;p64"/>
          <p:cNvSpPr txBox="1"/>
          <p:nvPr/>
        </p:nvSpPr>
        <p:spPr>
          <a:xfrm>
            <a:off x="3227533" y="5159135"/>
            <a:ext cx="2449600" cy="9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fr-FR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Heebo SemiBold"/>
                <a:ea typeface="Heebo SemiBold"/>
                <a:cs typeface="Heebo SemiBold"/>
                <a:sym typeface="Heebo SemiBold"/>
              </a:rPr>
              <a:t>Le compte du coach est activé </a:t>
            </a:r>
          </a:p>
        </p:txBody>
      </p:sp>
      <p:sp>
        <p:nvSpPr>
          <p:cNvPr id="752" name="Google Shape;752;p64"/>
          <p:cNvSpPr txBox="1"/>
          <p:nvPr/>
        </p:nvSpPr>
        <p:spPr>
          <a:xfrm>
            <a:off x="8270920" y="2592367"/>
            <a:ext cx="2449600" cy="9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fr-FR" sz="1600" b="1" i="0" dirty="0">
                <a:solidFill>
                  <a:srgbClr val="1F1F1F"/>
                </a:solidFill>
                <a:effectLst/>
                <a:latin typeface="Google Sans"/>
              </a:rPr>
              <a:t>Si la demande est acceptée : Le coach reçoit un lien par e-mail pour définir son mot de passe.</a:t>
            </a:r>
            <a:endParaRPr sz="1600" b="1" dirty="0">
              <a:solidFill>
                <a:schemeClr val="accent1">
                  <a:lumMod val="50000"/>
                </a:schemeClr>
              </a:solidFill>
              <a:latin typeface="Heebo SemiBold"/>
              <a:ea typeface="Heebo SemiBold"/>
              <a:cs typeface="Heebo SemiBold"/>
              <a:sym typeface="Heebo SemiBold"/>
            </a:endParaRPr>
          </a:p>
        </p:txBody>
      </p:sp>
      <p:sp>
        <p:nvSpPr>
          <p:cNvPr id="750" name="Google Shape;750;p64"/>
          <p:cNvSpPr txBox="1"/>
          <p:nvPr/>
        </p:nvSpPr>
        <p:spPr>
          <a:xfrm>
            <a:off x="4871100" y="2592367"/>
            <a:ext cx="2449600" cy="9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fr-FR" sz="1600" b="1" i="0" dirty="0">
                <a:solidFill>
                  <a:srgbClr val="1F1F1F"/>
                </a:solidFill>
                <a:effectLst/>
                <a:latin typeface="Google Sans"/>
              </a:rPr>
              <a:t>L’administrateur visualise toutes les demandes reçues.</a:t>
            </a:r>
            <a:endParaRPr sz="1600" b="1" dirty="0">
              <a:solidFill>
                <a:schemeClr val="accent1">
                  <a:lumMod val="50000"/>
                </a:schemeClr>
              </a:solidFill>
              <a:latin typeface="Heebo SemiBold"/>
              <a:ea typeface="Heebo SemiBold"/>
              <a:cs typeface="Heebo SemiBold"/>
              <a:sym typeface="Heebo SemiBold"/>
            </a:endParaRPr>
          </a:p>
        </p:txBody>
      </p:sp>
      <p:sp>
        <p:nvSpPr>
          <p:cNvPr id="754" name="Google Shape;754;p64"/>
          <p:cNvSpPr txBox="1"/>
          <p:nvPr/>
        </p:nvSpPr>
        <p:spPr>
          <a:xfrm>
            <a:off x="6514733" y="5159135"/>
            <a:ext cx="2449600" cy="9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fr-FR" sz="1600" b="1" i="0" dirty="0">
                <a:solidFill>
                  <a:srgbClr val="1F1F1F"/>
                </a:solidFill>
                <a:effectLst/>
                <a:latin typeface="Google Sans"/>
              </a:rPr>
              <a:t>Une fois le mot de passe créé, il peut se connecter à la plateforme.</a:t>
            </a:r>
            <a:endParaRPr sz="1600" b="1" dirty="0">
              <a:solidFill>
                <a:schemeClr val="accent1">
                  <a:lumMod val="50000"/>
                </a:schemeClr>
              </a:solidFill>
              <a:latin typeface="Heebo SemiBold"/>
              <a:ea typeface="Heebo SemiBold"/>
              <a:cs typeface="Heebo SemiBold"/>
              <a:sym typeface="Heebo SemiBold"/>
            </a:endParaRPr>
          </a:p>
        </p:txBody>
      </p:sp>
      <p:sp>
        <p:nvSpPr>
          <p:cNvPr id="749" name="Google Shape;749;p64"/>
          <p:cNvSpPr txBox="1"/>
          <p:nvPr/>
        </p:nvSpPr>
        <p:spPr>
          <a:xfrm>
            <a:off x="1471285" y="2592367"/>
            <a:ext cx="2449600" cy="9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ctr"/>
            <a:r>
              <a:rPr lang="fr-FR" sz="1400" b="1" i="0" dirty="0">
                <a:solidFill>
                  <a:srgbClr val="1F1F1F"/>
                </a:solidFill>
                <a:effectLst/>
                <a:latin typeface="Google Sans"/>
              </a:rPr>
              <a:t>Le coach remplit un formulaire de demande d’inscription.</a:t>
            </a:r>
            <a:r>
              <a:rPr lang="en" sz="1400" b="1" dirty="0">
                <a:solidFill>
                  <a:schemeClr val="accent1">
                    <a:lumMod val="50000"/>
                  </a:schemeClr>
                </a:solidFill>
                <a:latin typeface="Heebo SemiBold"/>
                <a:ea typeface="Heebo SemiBold"/>
                <a:cs typeface="Heebo SemiBold"/>
                <a:sym typeface="Heebo SemiBold"/>
              </a:rPr>
              <a:t> </a:t>
            </a:r>
            <a:endParaRPr sz="1400" b="1" dirty="0">
              <a:solidFill>
                <a:schemeClr val="accent1">
                  <a:lumMod val="50000"/>
                </a:schemeClr>
              </a:solidFill>
              <a:latin typeface="Heebo SemiBold"/>
              <a:ea typeface="Heebo SemiBold"/>
              <a:cs typeface="Heebo SemiBold"/>
              <a:sym typeface="Heebo SemiBold"/>
            </a:endParaRPr>
          </a:p>
        </p:txBody>
      </p:sp>
      <p:cxnSp>
        <p:nvCxnSpPr>
          <p:cNvPr id="758" name="Google Shape;758;p64"/>
          <p:cNvCxnSpPr/>
          <p:nvPr/>
        </p:nvCxnSpPr>
        <p:spPr>
          <a:xfrm>
            <a:off x="1059960" y="1358234"/>
            <a:ext cx="897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BA654AC3-2D0A-0561-D63B-FE5F8B097CE5}"/>
              </a:ext>
            </a:extLst>
          </p:cNvPr>
          <p:cNvCxnSpPr>
            <a:cxnSpLocks/>
            <a:stCxn id="756" idx="1"/>
          </p:cNvCxnSpPr>
          <p:nvPr/>
        </p:nvCxnSpPr>
        <p:spPr>
          <a:xfrm flipH="1">
            <a:off x="1471098" y="5634335"/>
            <a:ext cx="1756435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ED64A5D6-43EF-BF58-D7AE-B57F3FBFA60A}"/>
              </a:ext>
            </a:extLst>
          </p:cNvPr>
          <p:cNvCxnSpPr>
            <a:cxnSpLocks/>
            <a:stCxn id="749" idx="1"/>
          </p:cNvCxnSpPr>
          <p:nvPr/>
        </p:nvCxnSpPr>
        <p:spPr>
          <a:xfrm flipH="1">
            <a:off x="1471098" y="3067567"/>
            <a:ext cx="187" cy="2566768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07" name="Titre 706">
            <a:extLst>
              <a:ext uri="{FF2B5EF4-FFF2-40B4-BE49-F238E27FC236}">
                <a16:creationId xmlns:a16="http://schemas.microsoft.com/office/drawing/2014/main" id="{88E4282A-C49B-699B-673C-7AB7FBDCD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2800" b="1" dirty="0">
                <a:solidFill>
                  <a:srgbClr val="C00000"/>
                </a:solidFill>
              </a:rPr>
              <a:t>Process du devenir un coach</a:t>
            </a:r>
          </a:p>
        </p:txBody>
      </p:sp>
      <p:pic>
        <p:nvPicPr>
          <p:cNvPr id="713" name="Image 712">
            <a:extLst>
              <a:ext uri="{FF2B5EF4-FFF2-40B4-BE49-F238E27FC236}">
                <a16:creationId xmlns:a16="http://schemas.microsoft.com/office/drawing/2014/main" id="{714B4216-0225-3461-DFF2-E77FDD6E4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2471" y="400332"/>
            <a:ext cx="1640097" cy="638179"/>
          </a:xfrm>
          <a:prstGeom prst="rect">
            <a:avLst/>
          </a:prstGeom>
        </p:spPr>
      </p:pic>
      <p:sp>
        <p:nvSpPr>
          <p:cNvPr id="714" name="任意多边形 16">
            <a:extLst>
              <a:ext uri="{FF2B5EF4-FFF2-40B4-BE49-F238E27FC236}">
                <a16:creationId xmlns:a16="http://schemas.microsoft.com/office/drawing/2014/main" id="{D67F10F9-B746-F9ED-1909-B488A0A2B082}"/>
              </a:ext>
            </a:extLst>
          </p:cNvPr>
          <p:cNvSpPr/>
          <p:nvPr/>
        </p:nvSpPr>
        <p:spPr>
          <a:xfrm rot="2700000">
            <a:off x="451778" y="5793467"/>
            <a:ext cx="771081" cy="774933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15" name="任意多边形 16">
            <a:extLst>
              <a:ext uri="{FF2B5EF4-FFF2-40B4-BE49-F238E27FC236}">
                <a16:creationId xmlns:a16="http://schemas.microsoft.com/office/drawing/2014/main" id="{64731573-4BFC-75CB-E7DC-188ABE2D2B34}"/>
              </a:ext>
            </a:extLst>
          </p:cNvPr>
          <p:cNvSpPr/>
          <p:nvPr/>
        </p:nvSpPr>
        <p:spPr>
          <a:xfrm rot="2700000">
            <a:off x="6980884" y="1088118"/>
            <a:ext cx="771081" cy="774933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60EB8DA-05EC-AD24-1046-B43013FFA8A6}"/>
              </a:ext>
            </a:extLst>
          </p:cNvPr>
          <p:cNvSpPr txBox="1"/>
          <p:nvPr/>
        </p:nvSpPr>
        <p:spPr>
          <a:xfrm>
            <a:off x="11391900" y="6235771"/>
            <a:ext cx="482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20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6" grpId="0" animBg="1"/>
      <p:bldP spid="756" grpId="0"/>
      <p:bldP spid="752" grpId="0"/>
      <p:bldP spid="750" grpId="0"/>
      <p:bldP spid="754" grpId="0"/>
      <p:bldP spid="749" grpId="0"/>
      <p:bldP spid="7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8A453-EED7-E88F-E713-E30403224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09D171C1-9D3A-BABD-725B-4506B1013B45}"/>
              </a:ext>
            </a:extLst>
          </p:cNvPr>
          <p:cNvSpPr txBox="1"/>
          <p:nvPr/>
        </p:nvSpPr>
        <p:spPr>
          <a:xfrm>
            <a:off x="1699212" y="194871"/>
            <a:ext cx="6705682" cy="95410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Diagramme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de </a:t>
            </a:r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cas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</a:t>
            </a:r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d'utilisation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de </a:t>
            </a:r>
          </a:p>
          <a:p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“Gestion des </a:t>
            </a:r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projets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”</a:t>
            </a:r>
            <a:endParaRPr lang="zh-CN" altLang="en-US" sz="28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33" name="任意多边形 47">
            <a:extLst>
              <a:ext uri="{FF2B5EF4-FFF2-40B4-BE49-F238E27FC236}">
                <a16:creationId xmlns:a16="http://schemas.microsoft.com/office/drawing/2014/main" id="{1EA60632-63CE-2180-B170-31CAB5802865}"/>
              </a:ext>
            </a:extLst>
          </p:cNvPr>
          <p:cNvSpPr/>
          <p:nvPr/>
        </p:nvSpPr>
        <p:spPr>
          <a:xfrm rot="18900000" flipV="1">
            <a:off x="99493" y="160716"/>
            <a:ext cx="1257992" cy="771874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4" name="任意多边形 48">
            <a:extLst>
              <a:ext uri="{FF2B5EF4-FFF2-40B4-BE49-F238E27FC236}">
                <a16:creationId xmlns:a16="http://schemas.microsoft.com/office/drawing/2014/main" id="{A17FB1D5-A24B-9ED3-E305-B3BE57C30CA0}"/>
              </a:ext>
            </a:extLst>
          </p:cNvPr>
          <p:cNvSpPr/>
          <p:nvPr/>
        </p:nvSpPr>
        <p:spPr>
          <a:xfrm rot="18900000" flipV="1">
            <a:off x="-102618" y="95709"/>
            <a:ext cx="926781" cy="721545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1A11E91E-47D5-B7B8-2292-2C5B1B763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878" y="227563"/>
            <a:ext cx="1640097" cy="63817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C4111B9-AEA2-33FD-76FF-FEE050E8F615}"/>
              </a:ext>
            </a:extLst>
          </p:cNvPr>
          <p:cNvSpPr txBox="1"/>
          <p:nvPr/>
        </p:nvSpPr>
        <p:spPr>
          <a:xfrm>
            <a:off x="11615744" y="6235771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21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967C1DE-C2AD-8FF8-2ACB-7186DA295D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0569" y="1148978"/>
            <a:ext cx="5414325" cy="5537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952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3F3E3-8315-65C9-5E6E-5F47BB35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37371632-CB38-B43E-4401-4CDE938D8BA2}"/>
              </a:ext>
            </a:extLst>
          </p:cNvPr>
          <p:cNvSpPr txBox="1"/>
          <p:nvPr/>
        </p:nvSpPr>
        <p:spPr>
          <a:xfrm>
            <a:off x="1699212" y="194871"/>
            <a:ext cx="7749942" cy="95410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Diagramme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de </a:t>
            </a:r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cas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</a:t>
            </a:r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d'utilisation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de </a:t>
            </a:r>
          </a:p>
          <a:p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“Gestion des </a:t>
            </a:r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rendez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</a:t>
            </a:r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vous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et streaming”</a:t>
            </a:r>
            <a:endParaRPr lang="zh-CN" altLang="en-US" sz="28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33" name="任意多边形 47">
            <a:extLst>
              <a:ext uri="{FF2B5EF4-FFF2-40B4-BE49-F238E27FC236}">
                <a16:creationId xmlns:a16="http://schemas.microsoft.com/office/drawing/2014/main" id="{994E9FC9-C470-9E7D-82DD-9D7A9559D339}"/>
              </a:ext>
            </a:extLst>
          </p:cNvPr>
          <p:cNvSpPr/>
          <p:nvPr/>
        </p:nvSpPr>
        <p:spPr>
          <a:xfrm rot="18900000" flipV="1">
            <a:off x="99493" y="160716"/>
            <a:ext cx="1257992" cy="771874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4" name="任意多边形 48">
            <a:extLst>
              <a:ext uri="{FF2B5EF4-FFF2-40B4-BE49-F238E27FC236}">
                <a16:creationId xmlns:a16="http://schemas.microsoft.com/office/drawing/2014/main" id="{BB1F2F2B-1D51-0BAE-47B0-AF165823DE8B}"/>
              </a:ext>
            </a:extLst>
          </p:cNvPr>
          <p:cNvSpPr/>
          <p:nvPr/>
        </p:nvSpPr>
        <p:spPr>
          <a:xfrm rot="18900000" flipV="1">
            <a:off x="-102618" y="95709"/>
            <a:ext cx="926781" cy="721545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883ACD1D-6751-8BDA-334B-DC407F8D41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878" y="227563"/>
            <a:ext cx="1640097" cy="63817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A92EFFF6-4F2E-8FC8-696E-02DD14E07F75}"/>
              </a:ext>
            </a:extLst>
          </p:cNvPr>
          <p:cNvSpPr txBox="1"/>
          <p:nvPr/>
        </p:nvSpPr>
        <p:spPr>
          <a:xfrm>
            <a:off x="11615744" y="6235771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22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60B8899-0F49-121B-16F3-E3105C2082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570" y="1212683"/>
            <a:ext cx="6753860" cy="5392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051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59B1E-6E9E-B85C-B5FA-C7BAB4DC4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B3735C38-0E43-7011-47EA-075362127BF1}"/>
              </a:ext>
            </a:extLst>
          </p:cNvPr>
          <p:cNvSpPr txBox="1"/>
          <p:nvPr/>
        </p:nvSpPr>
        <p:spPr>
          <a:xfrm>
            <a:off x="1699212" y="194871"/>
            <a:ext cx="6488892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Diagramme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de classes du sprint 01</a:t>
            </a:r>
            <a:endParaRPr lang="zh-CN" altLang="en-US" sz="28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33" name="任意多边形 47">
            <a:extLst>
              <a:ext uri="{FF2B5EF4-FFF2-40B4-BE49-F238E27FC236}">
                <a16:creationId xmlns:a16="http://schemas.microsoft.com/office/drawing/2014/main" id="{181DB614-F4DE-1358-A0FA-7937E83BC303}"/>
              </a:ext>
            </a:extLst>
          </p:cNvPr>
          <p:cNvSpPr/>
          <p:nvPr/>
        </p:nvSpPr>
        <p:spPr>
          <a:xfrm rot="18900000" flipV="1">
            <a:off x="99493" y="160716"/>
            <a:ext cx="1257992" cy="771874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4" name="任意多边形 48">
            <a:extLst>
              <a:ext uri="{FF2B5EF4-FFF2-40B4-BE49-F238E27FC236}">
                <a16:creationId xmlns:a16="http://schemas.microsoft.com/office/drawing/2014/main" id="{FCD7A4EC-E467-C666-93DB-0043CA43E7F0}"/>
              </a:ext>
            </a:extLst>
          </p:cNvPr>
          <p:cNvSpPr/>
          <p:nvPr/>
        </p:nvSpPr>
        <p:spPr>
          <a:xfrm rot="18900000" flipV="1">
            <a:off x="-102618" y="95709"/>
            <a:ext cx="926781" cy="721545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7732CB88-BB1E-3F05-4665-6A2078F3C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878" y="227563"/>
            <a:ext cx="1640097" cy="63817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4E8213C-64BD-DE66-418A-A2A57EFEC50E}"/>
              </a:ext>
            </a:extLst>
          </p:cNvPr>
          <p:cNvSpPr txBox="1"/>
          <p:nvPr/>
        </p:nvSpPr>
        <p:spPr>
          <a:xfrm>
            <a:off x="11615744" y="6235771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23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8B2BCC0-6E83-1CED-933B-E08F9648E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191" y="718091"/>
            <a:ext cx="5018652" cy="595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247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1D51B-811B-68AE-48F1-04972A252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83D4B7CF-FB04-0C0B-D35F-8BC66A559C76}"/>
              </a:ext>
            </a:extLst>
          </p:cNvPr>
          <p:cNvSpPr txBox="1"/>
          <p:nvPr/>
        </p:nvSpPr>
        <p:spPr>
          <a:xfrm>
            <a:off x="1699212" y="194871"/>
            <a:ext cx="8499443" cy="95410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Diagramme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de sequence de </a:t>
            </a:r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cas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</a:t>
            </a:r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d'utilisation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</a:t>
            </a:r>
          </a:p>
          <a:p>
            <a:r>
              <a:rPr lang="en-US" altLang="zh-CN" sz="2800" b="1" dirty="0">
                <a:solidFill>
                  <a:srgbClr val="0A4955"/>
                </a:solidFill>
                <a:cs typeface="+mn-ea"/>
                <a:sym typeface="+mn-lt"/>
              </a:rPr>
              <a:t>“</a:t>
            </a:r>
            <a:r>
              <a:rPr lang="en-US" altLang="zh-CN" sz="2000" b="1" dirty="0" err="1">
                <a:solidFill>
                  <a:srgbClr val="0A4955"/>
                </a:solidFill>
                <a:cs typeface="+mn-ea"/>
                <a:sym typeface="+mn-lt"/>
              </a:rPr>
              <a:t>Créer</a:t>
            </a:r>
            <a:r>
              <a:rPr lang="en-US" altLang="zh-CN" sz="2000" b="1" dirty="0">
                <a:solidFill>
                  <a:srgbClr val="0A4955"/>
                </a:solidFill>
                <a:cs typeface="+mn-ea"/>
                <a:sym typeface="+mn-lt"/>
              </a:rPr>
              <a:t> un </a:t>
            </a:r>
            <a:r>
              <a:rPr lang="en-US" altLang="zh-CN" sz="2000" b="1" dirty="0" err="1">
                <a:solidFill>
                  <a:srgbClr val="0A4955"/>
                </a:solidFill>
                <a:cs typeface="+mn-ea"/>
                <a:sym typeface="+mn-lt"/>
              </a:rPr>
              <a:t>projet</a:t>
            </a:r>
            <a:r>
              <a:rPr lang="en-US" altLang="zh-CN" sz="2800" b="1" dirty="0">
                <a:solidFill>
                  <a:srgbClr val="0A4955"/>
                </a:solidFill>
                <a:cs typeface="+mn-ea"/>
                <a:sym typeface="+mn-lt"/>
              </a:rPr>
              <a:t>”</a:t>
            </a:r>
            <a:endParaRPr lang="zh-CN" altLang="en-US" sz="2800" b="1" dirty="0">
              <a:solidFill>
                <a:srgbClr val="0A4955"/>
              </a:solidFill>
              <a:cs typeface="+mn-ea"/>
              <a:sym typeface="+mn-lt"/>
            </a:endParaRPr>
          </a:p>
        </p:txBody>
      </p:sp>
      <p:sp>
        <p:nvSpPr>
          <p:cNvPr id="33" name="任意多边形 47">
            <a:extLst>
              <a:ext uri="{FF2B5EF4-FFF2-40B4-BE49-F238E27FC236}">
                <a16:creationId xmlns:a16="http://schemas.microsoft.com/office/drawing/2014/main" id="{C7F23A6E-E8D1-782E-43E6-3A218920794C}"/>
              </a:ext>
            </a:extLst>
          </p:cNvPr>
          <p:cNvSpPr/>
          <p:nvPr/>
        </p:nvSpPr>
        <p:spPr>
          <a:xfrm rot="18900000" flipV="1">
            <a:off x="99493" y="160716"/>
            <a:ext cx="1257992" cy="771874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4" name="任意多边形 48">
            <a:extLst>
              <a:ext uri="{FF2B5EF4-FFF2-40B4-BE49-F238E27FC236}">
                <a16:creationId xmlns:a16="http://schemas.microsoft.com/office/drawing/2014/main" id="{DA118EA1-CBFC-23B2-8F6B-B8413031A1B9}"/>
              </a:ext>
            </a:extLst>
          </p:cNvPr>
          <p:cNvSpPr/>
          <p:nvPr/>
        </p:nvSpPr>
        <p:spPr>
          <a:xfrm rot="18900000" flipV="1">
            <a:off x="-102618" y="95709"/>
            <a:ext cx="926781" cy="721545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497570CE-596E-0679-9398-125F47C2C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878" y="227563"/>
            <a:ext cx="1640097" cy="63817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964C01B0-B9EE-F57E-3F6C-36706E7CB985}"/>
              </a:ext>
            </a:extLst>
          </p:cNvPr>
          <p:cNvSpPr txBox="1"/>
          <p:nvPr/>
        </p:nvSpPr>
        <p:spPr>
          <a:xfrm>
            <a:off x="11615744" y="6235771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24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E88BD42-0B33-C613-ECD2-69B65D1A8E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536" y="1264320"/>
            <a:ext cx="10658928" cy="5395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023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0062C-3F20-435A-02B2-8043378D5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 16">
            <a:extLst>
              <a:ext uri="{FF2B5EF4-FFF2-40B4-BE49-F238E27FC236}">
                <a16:creationId xmlns:a16="http://schemas.microsoft.com/office/drawing/2014/main" id="{39D579E7-E01E-79CF-88D4-85DBA747084B}"/>
              </a:ext>
            </a:extLst>
          </p:cNvPr>
          <p:cNvSpPr/>
          <p:nvPr/>
        </p:nvSpPr>
        <p:spPr>
          <a:xfrm rot="2700000">
            <a:off x="8606638" y="1843174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06153C8E-9C61-21EC-05E0-422BD53AA992}"/>
              </a:ext>
            </a:extLst>
          </p:cNvPr>
          <p:cNvSpPr/>
          <p:nvPr/>
        </p:nvSpPr>
        <p:spPr>
          <a:xfrm rot="2700000">
            <a:off x="6801763" y="1402622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0" name="任意多边形 19">
            <a:extLst>
              <a:ext uri="{FF2B5EF4-FFF2-40B4-BE49-F238E27FC236}">
                <a16:creationId xmlns:a16="http://schemas.microsoft.com/office/drawing/2014/main" id="{41E6996C-6FE9-D96F-74F4-8885623C7C56}"/>
              </a:ext>
            </a:extLst>
          </p:cNvPr>
          <p:cNvSpPr/>
          <p:nvPr/>
        </p:nvSpPr>
        <p:spPr>
          <a:xfrm rot="2700000">
            <a:off x="-4597361" y="329390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gradFill>
            <a:gsLst>
              <a:gs pos="1328">
                <a:srgbClr val="FF0101"/>
              </a:gs>
              <a:gs pos="875">
                <a:srgbClr val="FD0505"/>
              </a:gs>
              <a:gs pos="750">
                <a:srgbClr val="FB0A0A"/>
              </a:gs>
              <a:gs pos="500">
                <a:srgbClr val="F71414"/>
              </a:gs>
              <a:gs pos="0">
                <a:srgbClr val="EF2728"/>
              </a:gs>
              <a:gs pos="0">
                <a:srgbClr val="FF0000"/>
              </a:gs>
              <a:gs pos="68000">
                <a:schemeClr val="accent1">
                  <a:alpha val="87000"/>
                  <a:lumMod val="38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任意多边形 5">
            <a:extLst>
              <a:ext uri="{FF2B5EF4-FFF2-40B4-BE49-F238E27FC236}">
                <a16:creationId xmlns:a16="http://schemas.microsoft.com/office/drawing/2014/main" id="{936760BE-18CD-21AD-B49E-6E01EAC8EE0F}"/>
              </a:ext>
            </a:extLst>
          </p:cNvPr>
          <p:cNvSpPr/>
          <p:nvPr/>
        </p:nvSpPr>
        <p:spPr>
          <a:xfrm rot="2700000">
            <a:off x="-957419" y="349784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rgbClr val="5D99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任意多边形 11">
            <a:extLst>
              <a:ext uri="{FF2B5EF4-FFF2-40B4-BE49-F238E27FC236}">
                <a16:creationId xmlns:a16="http://schemas.microsoft.com/office/drawing/2014/main" id="{9B5A339F-80D3-3FAD-C9B5-DABF54BF29E1}"/>
              </a:ext>
            </a:extLst>
          </p:cNvPr>
          <p:cNvSpPr/>
          <p:nvPr/>
        </p:nvSpPr>
        <p:spPr>
          <a:xfrm rot="18900000" flipH="1">
            <a:off x="11525844" y="5786883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114CB59-4752-CD6B-70D3-C27D1B722698}"/>
              </a:ext>
            </a:extLst>
          </p:cNvPr>
          <p:cNvSpPr txBox="1"/>
          <p:nvPr/>
        </p:nvSpPr>
        <p:spPr>
          <a:xfrm>
            <a:off x="3265818" y="2395678"/>
            <a:ext cx="8487500" cy="167847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384613" lvl="2">
              <a:lnSpc>
                <a:spcPct val="150000"/>
              </a:lnSpc>
            </a:pPr>
            <a:r>
              <a:rPr lang="en-US" sz="3600" b="1" spc="348" dirty="0">
                <a:solidFill>
                  <a:schemeClr val="bg2">
                    <a:lumMod val="50000"/>
                  </a:schemeClr>
                </a:solidFill>
                <a:latin typeface="DM Sans Bold"/>
              </a:rPr>
              <a:t>Conception et </a:t>
            </a:r>
            <a:r>
              <a:rPr lang="en-US" sz="3600" b="1" spc="348" dirty="0" err="1">
                <a:solidFill>
                  <a:schemeClr val="bg2">
                    <a:lumMod val="50000"/>
                  </a:schemeClr>
                </a:solidFill>
                <a:latin typeface="DM Sans Bold"/>
              </a:rPr>
              <a:t>realisation</a:t>
            </a:r>
            <a:r>
              <a:rPr lang="en-US" sz="3600" b="1" spc="348" dirty="0">
                <a:solidFill>
                  <a:schemeClr val="bg2">
                    <a:lumMod val="50000"/>
                  </a:schemeClr>
                </a:solidFill>
                <a:latin typeface="DM Sans Bold"/>
              </a:rPr>
              <a:t> du sprint 02 </a:t>
            </a:r>
          </a:p>
        </p:txBody>
      </p:sp>
      <p:sp>
        <p:nvSpPr>
          <p:cNvPr id="18" name="任意多边形 17">
            <a:extLst>
              <a:ext uri="{FF2B5EF4-FFF2-40B4-BE49-F238E27FC236}">
                <a16:creationId xmlns:a16="http://schemas.microsoft.com/office/drawing/2014/main" id="{5A419AAF-285B-CC7A-8505-D69FE143F664}"/>
              </a:ext>
            </a:extLst>
          </p:cNvPr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179A87F9-A149-E12E-A709-0F6691DD0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315" y="250575"/>
            <a:ext cx="2724331" cy="1060065"/>
          </a:xfrm>
          <a:prstGeom prst="rect">
            <a:avLst/>
          </a:prstGeom>
        </p:spPr>
      </p:pic>
      <p:sp>
        <p:nvSpPr>
          <p:cNvPr id="3" name="任意多边形 16">
            <a:extLst>
              <a:ext uri="{FF2B5EF4-FFF2-40B4-BE49-F238E27FC236}">
                <a16:creationId xmlns:a16="http://schemas.microsoft.com/office/drawing/2014/main" id="{B19CF620-03FA-C33F-F0AD-D65BF32EA2F4}"/>
              </a:ext>
            </a:extLst>
          </p:cNvPr>
          <p:cNvSpPr/>
          <p:nvPr/>
        </p:nvSpPr>
        <p:spPr>
          <a:xfrm rot="2700000">
            <a:off x="6778836" y="5087624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任意多边形 16">
            <a:extLst>
              <a:ext uri="{FF2B5EF4-FFF2-40B4-BE49-F238E27FC236}">
                <a16:creationId xmlns:a16="http://schemas.microsoft.com/office/drawing/2014/main" id="{543936CE-8893-B2E2-9D0D-30AA0127841C}"/>
              </a:ext>
            </a:extLst>
          </p:cNvPr>
          <p:cNvSpPr/>
          <p:nvPr/>
        </p:nvSpPr>
        <p:spPr>
          <a:xfrm rot="2700000">
            <a:off x="4093979" y="317216"/>
            <a:ext cx="820083" cy="82417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3984837-5D86-B27F-A5DD-A1F2D2821DF6}"/>
              </a:ext>
            </a:extLst>
          </p:cNvPr>
          <p:cNvSpPr txBox="1"/>
          <p:nvPr/>
        </p:nvSpPr>
        <p:spPr>
          <a:xfrm>
            <a:off x="11068524" y="6488668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050460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6" grpId="0" animBg="1"/>
      <p:bldP spid="20" grpId="0" animBg="1"/>
      <p:bldP spid="6" grpId="0" animBg="1"/>
      <p:bldP spid="12" grpId="0" animBg="1"/>
      <p:bldP spid="14" grpId="0"/>
      <p:bldP spid="18" grpId="0" animBg="1"/>
      <p:bldP spid="3" grpId="0" animBg="1"/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56D27-5B9F-30AE-3274-1F0A5905C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0B09C0D4-88EF-F2C4-ADEF-8E2A6F8029DE}"/>
              </a:ext>
            </a:extLst>
          </p:cNvPr>
          <p:cNvSpPr txBox="1"/>
          <p:nvPr/>
        </p:nvSpPr>
        <p:spPr>
          <a:xfrm>
            <a:off x="1699212" y="194871"/>
            <a:ext cx="6705682" cy="95410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Diagramme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de </a:t>
            </a:r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cas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</a:t>
            </a:r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d'utilisation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de </a:t>
            </a:r>
          </a:p>
          <a:p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“Gestion des </a:t>
            </a:r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accompagnements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”</a:t>
            </a:r>
            <a:endParaRPr lang="zh-CN" altLang="en-US" sz="28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33" name="任意多边形 47">
            <a:extLst>
              <a:ext uri="{FF2B5EF4-FFF2-40B4-BE49-F238E27FC236}">
                <a16:creationId xmlns:a16="http://schemas.microsoft.com/office/drawing/2014/main" id="{221576E6-BF64-B06E-FE31-CEF9BA0B43EE}"/>
              </a:ext>
            </a:extLst>
          </p:cNvPr>
          <p:cNvSpPr/>
          <p:nvPr/>
        </p:nvSpPr>
        <p:spPr>
          <a:xfrm rot="18900000" flipV="1">
            <a:off x="99493" y="160716"/>
            <a:ext cx="1257992" cy="771874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4" name="任意多边形 48">
            <a:extLst>
              <a:ext uri="{FF2B5EF4-FFF2-40B4-BE49-F238E27FC236}">
                <a16:creationId xmlns:a16="http://schemas.microsoft.com/office/drawing/2014/main" id="{55835F29-DB59-E079-A871-F342A299A961}"/>
              </a:ext>
            </a:extLst>
          </p:cNvPr>
          <p:cNvSpPr/>
          <p:nvPr/>
        </p:nvSpPr>
        <p:spPr>
          <a:xfrm rot="18900000" flipV="1">
            <a:off x="-102618" y="95709"/>
            <a:ext cx="926781" cy="721545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3C5EB5B0-D9E7-FC98-2C17-ADE3277FD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878" y="227563"/>
            <a:ext cx="1640097" cy="63817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5DBB72F-67D4-67E3-B3B3-413F2E6FE57F}"/>
              </a:ext>
            </a:extLst>
          </p:cNvPr>
          <p:cNvSpPr txBox="1"/>
          <p:nvPr/>
        </p:nvSpPr>
        <p:spPr>
          <a:xfrm>
            <a:off x="11615744" y="6235771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26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E78F366-67F5-65FC-2BF2-93BDF5D44E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9480" y="1148978"/>
            <a:ext cx="7033039" cy="551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361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E06DE-C192-EB8E-9EDB-0352A7EF1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FB106FC8-A8FA-8C8D-3991-4FF04ABE74B0}"/>
              </a:ext>
            </a:extLst>
          </p:cNvPr>
          <p:cNvSpPr txBox="1"/>
          <p:nvPr/>
        </p:nvSpPr>
        <p:spPr>
          <a:xfrm>
            <a:off x="1699212" y="194871"/>
            <a:ext cx="6705682" cy="95410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Diagramme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de </a:t>
            </a:r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cas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</a:t>
            </a:r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d'utilisation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de </a:t>
            </a:r>
          </a:p>
          <a:p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“Gestion des documents”</a:t>
            </a:r>
            <a:endParaRPr lang="zh-CN" altLang="en-US" sz="28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33" name="任意多边形 47">
            <a:extLst>
              <a:ext uri="{FF2B5EF4-FFF2-40B4-BE49-F238E27FC236}">
                <a16:creationId xmlns:a16="http://schemas.microsoft.com/office/drawing/2014/main" id="{1F51B1F1-4D9B-2155-03B3-2237ED9BB37C}"/>
              </a:ext>
            </a:extLst>
          </p:cNvPr>
          <p:cNvSpPr/>
          <p:nvPr/>
        </p:nvSpPr>
        <p:spPr>
          <a:xfrm rot="18900000" flipV="1">
            <a:off x="99493" y="160716"/>
            <a:ext cx="1257992" cy="771874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4" name="任意多边形 48">
            <a:extLst>
              <a:ext uri="{FF2B5EF4-FFF2-40B4-BE49-F238E27FC236}">
                <a16:creationId xmlns:a16="http://schemas.microsoft.com/office/drawing/2014/main" id="{ED96487A-4843-1169-55D5-375AADDEB31F}"/>
              </a:ext>
            </a:extLst>
          </p:cNvPr>
          <p:cNvSpPr/>
          <p:nvPr/>
        </p:nvSpPr>
        <p:spPr>
          <a:xfrm rot="18900000" flipV="1">
            <a:off x="-102618" y="95709"/>
            <a:ext cx="926781" cy="721545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B8744359-9F7C-AE98-E0C8-94C43AFE3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878" y="227563"/>
            <a:ext cx="1640097" cy="63817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C237717-2590-D8CC-265A-7388493F8E96}"/>
              </a:ext>
            </a:extLst>
          </p:cNvPr>
          <p:cNvSpPr txBox="1"/>
          <p:nvPr/>
        </p:nvSpPr>
        <p:spPr>
          <a:xfrm>
            <a:off x="11615744" y="6235771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27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2933A64-0816-2AED-B603-95B8C81DCB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6331" y="1409700"/>
            <a:ext cx="7459338" cy="482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500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F74DF-E014-33DB-4780-C9ACBA42B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6525FB25-9132-15D5-8428-2C33BB4E1FEB}"/>
              </a:ext>
            </a:extLst>
          </p:cNvPr>
          <p:cNvSpPr txBox="1"/>
          <p:nvPr/>
        </p:nvSpPr>
        <p:spPr>
          <a:xfrm>
            <a:off x="1699212" y="194871"/>
            <a:ext cx="6488892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Diagramme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de classes du sprint 02</a:t>
            </a:r>
            <a:endParaRPr lang="zh-CN" altLang="en-US" sz="28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33" name="任意多边形 47">
            <a:extLst>
              <a:ext uri="{FF2B5EF4-FFF2-40B4-BE49-F238E27FC236}">
                <a16:creationId xmlns:a16="http://schemas.microsoft.com/office/drawing/2014/main" id="{D1F62381-B7C5-6FD4-A471-70E5D9FAD7B8}"/>
              </a:ext>
            </a:extLst>
          </p:cNvPr>
          <p:cNvSpPr/>
          <p:nvPr/>
        </p:nvSpPr>
        <p:spPr>
          <a:xfrm rot="18900000" flipV="1">
            <a:off x="99493" y="160716"/>
            <a:ext cx="1257992" cy="771874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4" name="任意多边形 48">
            <a:extLst>
              <a:ext uri="{FF2B5EF4-FFF2-40B4-BE49-F238E27FC236}">
                <a16:creationId xmlns:a16="http://schemas.microsoft.com/office/drawing/2014/main" id="{09778D10-951F-58A9-E49C-16403D0962A8}"/>
              </a:ext>
            </a:extLst>
          </p:cNvPr>
          <p:cNvSpPr/>
          <p:nvPr/>
        </p:nvSpPr>
        <p:spPr>
          <a:xfrm rot="18900000" flipV="1">
            <a:off x="-102618" y="95709"/>
            <a:ext cx="926781" cy="721545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DC4F8251-8F12-FE85-E613-91D73358D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878" y="227563"/>
            <a:ext cx="1640097" cy="63817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C48585C-9903-98B8-CE38-BCFA765B97F9}"/>
              </a:ext>
            </a:extLst>
          </p:cNvPr>
          <p:cNvSpPr txBox="1"/>
          <p:nvPr/>
        </p:nvSpPr>
        <p:spPr>
          <a:xfrm>
            <a:off x="11615744" y="6235771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28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E9EDF71-BA6C-E078-8482-D00A263D19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7655" y="718091"/>
            <a:ext cx="7615517" cy="606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22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943FD-A715-2DDA-EDDB-356583718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9030261A-2FC5-C892-D0F4-8474BC9412E3}"/>
              </a:ext>
            </a:extLst>
          </p:cNvPr>
          <p:cNvSpPr txBox="1"/>
          <p:nvPr/>
        </p:nvSpPr>
        <p:spPr>
          <a:xfrm>
            <a:off x="1699212" y="194871"/>
            <a:ext cx="8499443" cy="95410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Diagramme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de sequence de </a:t>
            </a:r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cas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</a:t>
            </a:r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d'utilisation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</a:t>
            </a:r>
          </a:p>
          <a:p>
            <a:r>
              <a:rPr lang="en-US" altLang="zh-CN" sz="2800" b="1" dirty="0">
                <a:solidFill>
                  <a:srgbClr val="0A4955"/>
                </a:solidFill>
                <a:cs typeface="+mn-ea"/>
                <a:sym typeface="+mn-lt"/>
              </a:rPr>
              <a:t>“</a:t>
            </a:r>
            <a:r>
              <a:rPr lang="en-US" altLang="zh-CN" sz="2000" b="1" dirty="0" err="1">
                <a:solidFill>
                  <a:srgbClr val="0A4955"/>
                </a:solidFill>
                <a:cs typeface="+mn-ea"/>
                <a:sym typeface="+mn-lt"/>
              </a:rPr>
              <a:t>Valider</a:t>
            </a:r>
            <a:r>
              <a:rPr lang="en-US" altLang="zh-CN" sz="2000" b="1" dirty="0">
                <a:solidFill>
                  <a:srgbClr val="0A4955"/>
                </a:solidFill>
                <a:cs typeface="+mn-ea"/>
                <a:sym typeface="+mn-lt"/>
              </a:rPr>
              <a:t>/</a:t>
            </a:r>
            <a:r>
              <a:rPr lang="en-US" altLang="zh-CN" sz="2000" b="1" dirty="0" err="1">
                <a:solidFill>
                  <a:srgbClr val="0A4955"/>
                </a:solidFill>
                <a:cs typeface="+mn-ea"/>
                <a:sym typeface="+mn-lt"/>
              </a:rPr>
              <a:t>Rejeter</a:t>
            </a:r>
            <a:r>
              <a:rPr lang="en-US" altLang="zh-CN" sz="2000" b="1" dirty="0">
                <a:solidFill>
                  <a:srgbClr val="0A4955"/>
                </a:solidFill>
                <a:cs typeface="+mn-ea"/>
                <a:sym typeface="+mn-lt"/>
              </a:rPr>
              <a:t> une tache </a:t>
            </a:r>
            <a:r>
              <a:rPr lang="en-US" altLang="zh-CN" sz="2000" b="1" dirty="0" err="1">
                <a:solidFill>
                  <a:srgbClr val="0A4955"/>
                </a:solidFill>
                <a:cs typeface="+mn-ea"/>
                <a:sym typeface="+mn-lt"/>
              </a:rPr>
              <a:t>terminée</a:t>
            </a:r>
            <a:r>
              <a:rPr lang="en-US" altLang="zh-CN" sz="2800" b="1" dirty="0">
                <a:solidFill>
                  <a:srgbClr val="0A4955"/>
                </a:solidFill>
                <a:cs typeface="+mn-ea"/>
                <a:sym typeface="+mn-lt"/>
              </a:rPr>
              <a:t>”</a:t>
            </a:r>
            <a:endParaRPr lang="zh-CN" altLang="en-US" sz="2800" b="1" dirty="0">
              <a:solidFill>
                <a:srgbClr val="0A4955"/>
              </a:solidFill>
              <a:cs typeface="+mn-ea"/>
              <a:sym typeface="+mn-lt"/>
            </a:endParaRPr>
          </a:p>
        </p:txBody>
      </p:sp>
      <p:sp>
        <p:nvSpPr>
          <p:cNvPr id="33" name="任意多边形 47">
            <a:extLst>
              <a:ext uri="{FF2B5EF4-FFF2-40B4-BE49-F238E27FC236}">
                <a16:creationId xmlns:a16="http://schemas.microsoft.com/office/drawing/2014/main" id="{F751F671-1ED5-BD5C-4569-FB085AA92CD7}"/>
              </a:ext>
            </a:extLst>
          </p:cNvPr>
          <p:cNvSpPr/>
          <p:nvPr/>
        </p:nvSpPr>
        <p:spPr>
          <a:xfrm rot="18900000" flipV="1">
            <a:off x="99493" y="160716"/>
            <a:ext cx="1257992" cy="771874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4" name="任意多边形 48">
            <a:extLst>
              <a:ext uri="{FF2B5EF4-FFF2-40B4-BE49-F238E27FC236}">
                <a16:creationId xmlns:a16="http://schemas.microsoft.com/office/drawing/2014/main" id="{206C522A-18BA-D6CF-D34E-15DFC99135B9}"/>
              </a:ext>
            </a:extLst>
          </p:cNvPr>
          <p:cNvSpPr/>
          <p:nvPr/>
        </p:nvSpPr>
        <p:spPr>
          <a:xfrm rot="18900000" flipV="1">
            <a:off x="-102618" y="95709"/>
            <a:ext cx="926781" cy="721545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BC2E7E14-91B5-C4A8-31C0-C73157282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878" y="227563"/>
            <a:ext cx="1640097" cy="63817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F0624A8-B16B-35AC-D67A-AB50E9F5CEB8}"/>
              </a:ext>
            </a:extLst>
          </p:cNvPr>
          <p:cNvSpPr txBox="1"/>
          <p:nvPr/>
        </p:nvSpPr>
        <p:spPr>
          <a:xfrm>
            <a:off x="11615744" y="6235771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29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E715F3D-1967-1EFC-F912-DD20CE1CB6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4028" y="1148978"/>
            <a:ext cx="8023943" cy="567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473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573F5-DBA4-46ED-D1C2-99BDCC36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 16">
            <a:extLst>
              <a:ext uri="{FF2B5EF4-FFF2-40B4-BE49-F238E27FC236}">
                <a16:creationId xmlns:a16="http://schemas.microsoft.com/office/drawing/2014/main" id="{7CE4F8B9-A0DC-B886-4AFC-4975C8CC23DD}"/>
              </a:ext>
            </a:extLst>
          </p:cNvPr>
          <p:cNvSpPr/>
          <p:nvPr/>
        </p:nvSpPr>
        <p:spPr>
          <a:xfrm rot="2700000">
            <a:off x="8606638" y="1843174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1D8C2AD4-4167-3FCD-96A6-62AC2838F75F}"/>
              </a:ext>
            </a:extLst>
          </p:cNvPr>
          <p:cNvSpPr/>
          <p:nvPr/>
        </p:nvSpPr>
        <p:spPr>
          <a:xfrm rot="2700000">
            <a:off x="6801763" y="1402622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0" name="任意多边形 19">
            <a:extLst>
              <a:ext uri="{FF2B5EF4-FFF2-40B4-BE49-F238E27FC236}">
                <a16:creationId xmlns:a16="http://schemas.microsoft.com/office/drawing/2014/main" id="{ADA42708-66E3-3A81-A70D-EC5B8BF2CFB6}"/>
              </a:ext>
            </a:extLst>
          </p:cNvPr>
          <p:cNvSpPr/>
          <p:nvPr/>
        </p:nvSpPr>
        <p:spPr>
          <a:xfrm rot="2700000">
            <a:off x="-4597361" y="329390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gradFill>
            <a:gsLst>
              <a:gs pos="1328">
                <a:srgbClr val="FF0101"/>
              </a:gs>
              <a:gs pos="875">
                <a:srgbClr val="FD0505"/>
              </a:gs>
              <a:gs pos="750">
                <a:srgbClr val="FB0A0A"/>
              </a:gs>
              <a:gs pos="500">
                <a:srgbClr val="F71414"/>
              </a:gs>
              <a:gs pos="0">
                <a:srgbClr val="EF2728"/>
              </a:gs>
              <a:gs pos="0">
                <a:srgbClr val="FF0000"/>
              </a:gs>
              <a:gs pos="68000">
                <a:schemeClr val="accent1">
                  <a:alpha val="87000"/>
                  <a:lumMod val="38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任意多边形 5">
            <a:extLst>
              <a:ext uri="{FF2B5EF4-FFF2-40B4-BE49-F238E27FC236}">
                <a16:creationId xmlns:a16="http://schemas.microsoft.com/office/drawing/2014/main" id="{A8D8CA96-E11F-761B-3726-C8BCFBC470EB}"/>
              </a:ext>
            </a:extLst>
          </p:cNvPr>
          <p:cNvSpPr/>
          <p:nvPr/>
        </p:nvSpPr>
        <p:spPr>
          <a:xfrm rot="2700000">
            <a:off x="-957419" y="349784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rgbClr val="5D99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任意多边形 11">
            <a:extLst>
              <a:ext uri="{FF2B5EF4-FFF2-40B4-BE49-F238E27FC236}">
                <a16:creationId xmlns:a16="http://schemas.microsoft.com/office/drawing/2014/main" id="{54A7F4F3-95B7-538E-96DC-FC502FDE1023}"/>
              </a:ext>
            </a:extLst>
          </p:cNvPr>
          <p:cNvSpPr/>
          <p:nvPr/>
        </p:nvSpPr>
        <p:spPr>
          <a:xfrm rot="18900000" flipH="1">
            <a:off x="11525844" y="5786883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2A5991B-F255-5D57-85AA-65194D9208F2}"/>
              </a:ext>
            </a:extLst>
          </p:cNvPr>
          <p:cNvSpPr txBox="1"/>
          <p:nvPr/>
        </p:nvSpPr>
        <p:spPr>
          <a:xfrm>
            <a:off x="3432146" y="2121251"/>
            <a:ext cx="8487500" cy="167847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384613" lvl="2">
              <a:lnSpc>
                <a:spcPct val="150000"/>
              </a:lnSpc>
            </a:pPr>
            <a:r>
              <a:rPr lang="en-US" sz="3600" b="1" spc="348" dirty="0">
                <a:solidFill>
                  <a:schemeClr val="bg2">
                    <a:lumMod val="50000"/>
                  </a:schemeClr>
                </a:solidFill>
                <a:latin typeface="DM Sans Bold"/>
              </a:rPr>
              <a:t>Conception et </a:t>
            </a:r>
            <a:r>
              <a:rPr lang="en-US" sz="3600" b="1" spc="348" dirty="0" err="1">
                <a:solidFill>
                  <a:schemeClr val="bg2">
                    <a:lumMod val="50000"/>
                  </a:schemeClr>
                </a:solidFill>
                <a:latin typeface="DM Sans Bold"/>
              </a:rPr>
              <a:t>réalisation</a:t>
            </a:r>
            <a:r>
              <a:rPr lang="en-US" sz="3600" b="1" spc="348" dirty="0">
                <a:solidFill>
                  <a:schemeClr val="bg2">
                    <a:lumMod val="50000"/>
                  </a:schemeClr>
                </a:solidFill>
                <a:latin typeface="DM Sans Bold"/>
              </a:rPr>
              <a:t> du sprint 03 </a:t>
            </a:r>
          </a:p>
        </p:txBody>
      </p:sp>
      <p:sp>
        <p:nvSpPr>
          <p:cNvPr id="18" name="任意多边形 17">
            <a:extLst>
              <a:ext uri="{FF2B5EF4-FFF2-40B4-BE49-F238E27FC236}">
                <a16:creationId xmlns:a16="http://schemas.microsoft.com/office/drawing/2014/main" id="{C01C19CF-8E5F-6B94-0282-94492835B896}"/>
              </a:ext>
            </a:extLst>
          </p:cNvPr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BEB13B3-FDE1-D7FF-82AB-86A6F9EA4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315" y="250575"/>
            <a:ext cx="2724331" cy="1060065"/>
          </a:xfrm>
          <a:prstGeom prst="rect">
            <a:avLst/>
          </a:prstGeom>
        </p:spPr>
      </p:pic>
      <p:sp>
        <p:nvSpPr>
          <p:cNvPr id="3" name="任意多边形 16">
            <a:extLst>
              <a:ext uri="{FF2B5EF4-FFF2-40B4-BE49-F238E27FC236}">
                <a16:creationId xmlns:a16="http://schemas.microsoft.com/office/drawing/2014/main" id="{A18E51AB-15BF-4C2C-734D-C1AF638D327C}"/>
              </a:ext>
            </a:extLst>
          </p:cNvPr>
          <p:cNvSpPr/>
          <p:nvPr/>
        </p:nvSpPr>
        <p:spPr>
          <a:xfrm rot="2700000">
            <a:off x="6778836" y="5087624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任意多边形 16">
            <a:extLst>
              <a:ext uri="{FF2B5EF4-FFF2-40B4-BE49-F238E27FC236}">
                <a16:creationId xmlns:a16="http://schemas.microsoft.com/office/drawing/2014/main" id="{391FA20C-8C0C-73FF-99FB-F46AD92C893F}"/>
              </a:ext>
            </a:extLst>
          </p:cNvPr>
          <p:cNvSpPr/>
          <p:nvPr/>
        </p:nvSpPr>
        <p:spPr>
          <a:xfrm rot="2700000">
            <a:off x="4093979" y="317216"/>
            <a:ext cx="820083" cy="82417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B3597EF-5581-3258-D86A-FB904450EF04}"/>
              </a:ext>
            </a:extLst>
          </p:cNvPr>
          <p:cNvSpPr txBox="1"/>
          <p:nvPr/>
        </p:nvSpPr>
        <p:spPr>
          <a:xfrm>
            <a:off x="11068524" y="6488668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734664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6" grpId="0" animBg="1"/>
      <p:bldP spid="20" grpId="0" animBg="1"/>
      <p:bldP spid="6" grpId="0" animBg="1"/>
      <p:bldP spid="12" grpId="0" animBg="1"/>
      <p:bldP spid="14" grpId="0"/>
      <p:bldP spid="18" grpId="0" animBg="1"/>
      <p:bldP spid="3" grpId="0" animBg="1"/>
      <p:bldP spid="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A5EC9-8CB8-0974-B0B1-035066359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E961B7EC-12C7-6EE4-9B76-5F4B37B3DFAC}"/>
              </a:ext>
            </a:extLst>
          </p:cNvPr>
          <p:cNvSpPr txBox="1"/>
          <p:nvPr/>
        </p:nvSpPr>
        <p:spPr>
          <a:xfrm>
            <a:off x="1699212" y="194871"/>
            <a:ext cx="6705682" cy="95410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Diagramme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de </a:t>
            </a:r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cas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</a:t>
            </a:r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d'utilisation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de </a:t>
            </a:r>
          </a:p>
          <a:p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“Gestion des </a:t>
            </a:r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investissements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”</a:t>
            </a:r>
            <a:endParaRPr lang="zh-CN" altLang="en-US" sz="28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33" name="任意多边形 47">
            <a:extLst>
              <a:ext uri="{FF2B5EF4-FFF2-40B4-BE49-F238E27FC236}">
                <a16:creationId xmlns:a16="http://schemas.microsoft.com/office/drawing/2014/main" id="{505FE983-78E3-0864-5C1A-25ACB29007C1}"/>
              </a:ext>
            </a:extLst>
          </p:cNvPr>
          <p:cNvSpPr/>
          <p:nvPr/>
        </p:nvSpPr>
        <p:spPr>
          <a:xfrm rot="18900000" flipV="1">
            <a:off x="99493" y="160716"/>
            <a:ext cx="1257992" cy="771874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4" name="任意多边形 48">
            <a:extLst>
              <a:ext uri="{FF2B5EF4-FFF2-40B4-BE49-F238E27FC236}">
                <a16:creationId xmlns:a16="http://schemas.microsoft.com/office/drawing/2014/main" id="{783EE95B-CF53-6712-E082-0D06C2815ABA}"/>
              </a:ext>
            </a:extLst>
          </p:cNvPr>
          <p:cNvSpPr/>
          <p:nvPr/>
        </p:nvSpPr>
        <p:spPr>
          <a:xfrm rot="18900000" flipV="1">
            <a:off x="-102618" y="95709"/>
            <a:ext cx="926781" cy="721545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7BCFF57D-2186-9FC6-41AC-BA073CBD7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878" y="227563"/>
            <a:ext cx="1640097" cy="63817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FF25242B-414D-6698-D584-1A027C213618}"/>
              </a:ext>
            </a:extLst>
          </p:cNvPr>
          <p:cNvSpPr txBox="1"/>
          <p:nvPr/>
        </p:nvSpPr>
        <p:spPr>
          <a:xfrm>
            <a:off x="11615744" y="6235771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31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55D57614-5FA3-FA93-3070-B5F78F76A6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0691" y="1341416"/>
            <a:ext cx="8110618" cy="507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677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B400E-27A0-1297-FEC7-A34E2CC65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A155A695-9529-C921-7406-FD0E054E3189}"/>
              </a:ext>
            </a:extLst>
          </p:cNvPr>
          <p:cNvSpPr txBox="1"/>
          <p:nvPr/>
        </p:nvSpPr>
        <p:spPr>
          <a:xfrm>
            <a:off x="1699212" y="194871"/>
            <a:ext cx="7695055" cy="95410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fr-FR" sz="2800" b="1" dirty="0">
                <a:solidFill>
                  <a:srgbClr val="CC0000"/>
                </a:solidFill>
                <a:cs typeface="+mn-ea"/>
              </a:rPr>
              <a:t>Filtrage des demandes de coach à l’aide </a:t>
            </a:r>
          </a:p>
          <a:p>
            <a:r>
              <a:rPr lang="fr-FR" sz="2800" b="1" dirty="0">
                <a:solidFill>
                  <a:srgbClr val="CC0000"/>
                </a:solidFill>
                <a:cs typeface="+mn-ea"/>
              </a:rPr>
              <a:t>de l’intelligence Artificielle</a:t>
            </a:r>
            <a:endParaRPr lang="zh-CN" altLang="en-US" sz="2800" b="1" dirty="0">
              <a:solidFill>
                <a:srgbClr val="CC0000"/>
              </a:solidFill>
              <a:cs typeface="+mn-ea"/>
              <a:sym typeface="+mn-lt"/>
            </a:endParaRPr>
          </a:p>
        </p:txBody>
      </p:sp>
      <p:sp>
        <p:nvSpPr>
          <p:cNvPr id="33" name="任意多边形 47">
            <a:extLst>
              <a:ext uri="{FF2B5EF4-FFF2-40B4-BE49-F238E27FC236}">
                <a16:creationId xmlns:a16="http://schemas.microsoft.com/office/drawing/2014/main" id="{511E1774-7EBC-3896-838F-AEAC9E24AD0E}"/>
              </a:ext>
            </a:extLst>
          </p:cNvPr>
          <p:cNvSpPr/>
          <p:nvPr/>
        </p:nvSpPr>
        <p:spPr>
          <a:xfrm rot="18900000" flipV="1">
            <a:off x="99493" y="160716"/>
            <a:ext cx="1257992" cy="771874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4" name="任意多边形 48">
            <a:extLst>
              <a:ext uri="{FF2B5EF4-FFF2-40B4-BE49-F238E27FC236}">
                <a16:creationId xmlns:a16="http://schemas.microsoft.com/office/drawing/2014/main" id="{EF247FE6-4E8F-C5DA-92F3-B918BF960D36}"/>
              </a:ext>
            </a:extLst>
          </p:cNvPr>
          <p:cNvSpPr/>
          <p:nvPr/>
        </p:nvSpPr>
        <p:spPr>
          <a:xfrm rot="18900000" flipV="1">
            <a:off x="-102618" y="95709"/>
            <a:ext cx="926781" cy="721545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F9D7793C-5DFE-3271-37F0-E09187F6F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878" y="227563"/>
            <a:ext cx="1640097" cy="63817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7F335B0B-5AE5-0AEA-2849-66AF3ED8A151}"/>
              </a:ext>
            </a:extLst>
          </p:cNvPr>
          <p:cNvSpPr txBox="1"/>
          <p:nvPr/>
        </p:nvSpPr>
        <p:spPr>
          <a:xfrm>
            <a:off x="11615744" y="6235771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32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0F1F7556-44A1-FBC9-2FD5-2237D260E8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648" y="4334188"/>
            <a:ext cx="1178843" cy="1178843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B66BF989-F704-D733-E8BF-18E3C908E6D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130" y="4327869"/>
            <a:ext cx="1248370" cy="1248370"/>
          </a:xfrm>
          <a:prstGeom prst="rect">
            <a:avLst/>
          </a:prstGeom>
        </p:spPr>
      </p:pic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24009E3B-6D01-E3A0-FD27-9E1B60E6FBAF}"/>
              </a:ext>
            </a:extLst>
          </p:cNvPr>
          <p:cNvSpPr/>
          <p:nvPr/>
        </p:nvSpPr>
        <p:spPr>
          <a:xfrm>
            <a:off x="0" y="1447333"/>
            <a:ext cx="12192000" cy="1165542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bg1"/>
                </a:solidFill>
              </a:rPr>
              <a:t>Comment transformer des semaines d’attente en une validation instantanée grâce à l’IA ?</a:t>
            </a:r>
          </a:p>
          <a:p>
            <a:pPr algn="ctr"/>
            <a:endParaRPr lang="fr-FR" dirty="0"/>
          </a:p>
        </p:txBody>
      </p:sp>
      <p:cxnSp>
        <p:nvCxnSpPr>
          <p:cNvPr id="26" name="Straight Connector 62">
            <a:extLst>
              <a:ext uri="{FF2B5EF4-FFF2-40B4-BE49-F238E27FC236}">
                <a16:creationId xmlns:a16="http://schemas.microsoft.com/office/drawing/2014/main" id="{EFF801C0-8983-B4D1-91D5-747C072DE65B}"/>
              </a:ext>
            </a:extLst>
          </p:cNvPr>
          <p:cNvCxnSpPr>
            <a:cxnSpLocks/>
          </p:cNvCxnSpPr>
          <p:nvPr/>
        </p:nvCxnSpPr>
        <p:spPr>
          <a:xfrm>
            <a:off x="4160395" y="5165867"/>
            <a:ext cx="0" cy="106990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59">
            <a:extLst>
              <a:ext uri="{FF2B5EF4-FFF2-40B4-BE49-F238E27FC236}">
                <a16:creationId xmlns:a16="http://schemas.microsoft.com/office/drawing/2014/main" id="{086FC5C2-1549-B49B-6EDC-0A877E5C029E}"/>
              </a:ext>
            </a:extLst>
          </p:cNvPr>
          <p:cNvSpPr txBox="1">
            <a:spLocks/>
          </p:cNvSpPr>
          <p:nvPr/>
        </p:nvSpPr>
        <p:spPr>
          <a:xfrm>
            <a:off x="2738660" y="6238949"/>
            <a:ext cx="2418488" cy="1179375"/>
          </a:xfrm>
          <a:prstGeom prst="rect">
            <a:avLst/>
          </a:prstGeom>
        </p:spPr>
        <p:txBody>
          <a:bodyPr lIns="115214" tIns="57607" rIns="115214" bIns="57607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500" b="1" dirty="0">
                <a:latin typeface="微软雅黑" pitchFamily="34" charset="-122"/>
                <a:ea typeface="微软雅黑" pitchFamily="34" charset="-122"/>
              </a:rPr>
              <a:t>Tesseract OCR</a:t>
            </a:r>
            <a:endParaRPr lang="zh-CN" altLang="en-US" sz="1500" b="1" dirty="0"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30" name="Text Placeholder 59">
            <a:extLst>
              <a:ext uri="{FF2B5EF4-FFF2-40B4-BE49-F238E27FC236}">
                <a16:creationId xmlns:a16="http://schemas.microsoft.com/office/drawing/2014/main" id="{29BDC7BC-FCFA-5E28-0AAC-C31C1A6FC59E}"/>
              </a:ext>
            </a:extLst>
          </p:cNvPr>
          <p:cNvSpPr txBox="1">
            <a:spLocks/>
          </p:cNvSpPr>
          <p:nvPr/>
        </p:nvSpPr>
        <p:spPr>
          <a:xfrm>
            <a:off x="5113347" y="3429000"/>
            <a:ext cx="2418488" cy="1179375"/>
          </a:xfrm>
          <a:prstGeom prst="rect">
            <a:avLst/>
          </a:prstGeom>
        </p:spPr>
        <p:txBody>
          <a:bodyPr lIns="115214" tIns="57607" rIns="115214" bIns="57607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500" b="1" dirty="0">
                <a:latin typeface="微软雅黑" pitchFamily="34" charset="-122"/>
                <a:ea typeface="微软雅黑" pitchFamily="34" charset="-122"/>
              </a:rPr>
              <a:t>Apache</a:t>
            </a:r>
            <a:r>
              <a:rPr lang="fr-FR" sz="150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fr-FR" sz="1500" b="1" dirty="0" err="1">
                <a:latin typeface="微软雅黑" pitchFamily="34" charset="-122"/>
                <a:ea typeface="微软雅黑" pitchFamily="34" charset="-122"/>
              </a:rPr>
              <a:t>Tika</a:t>
            </a:r>
            <a:endParaRPr lang="zh-CN" altLang="en-US" sz="1500" b="1" dirty="0"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cxnSp>
        <p:nvCxnSpPr>
          <p:cNvPr id="35" name="Straight Connector 62">
            <a:extLst>
              <a:ext uri="{FF2B5EF4-FFF2-40B4-BE49-F238E27FC236}">
                <a16:creationId xmlns:a16="http://schemas.microsoft.com/office/drawing/2014/main" id="{16E4DB74-0C11-7AE8-9867-F5499F907D1B}"/>
              </a:ext>
            </a:extLst>
          </p:cNvPr>
          <p:cNvCxnSpPr>
            <a:cxnSpLocks/>
          </p:cNvCxnSpPr>
          <p:nvPr/>
        </p:nvCxnSpPr>
        <p:spPr>
          <a:xfrm>
            <a:off x="5244453" y="3696211"/>
            <a:ext cx="0" cy="106990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62">
            <a:extLst>
              <a:ext uri="{FF2B5EF4-FFF2-40B4-BE49-F238E27FC236}">
                <a16:creationId xmlns:a16="http://schemas.microsoft.com/office/drawing/2014/main" id="{E10FDCBB-F321-9449-619A-89E0670D481F}"/>
              </a:ext>
            </a:extLst>
          </p:cNvPr>
          <p:cNvCxnSpPr>
            <a:cxnSpLocks/>
          </p:cNvCxnSpPr>
          <p:nvPr/>
        </p:nvCxnSpPr>
        <p:spPr>
          <a:xfrm>
            <a:off x="6522467" y="5150985"/>
            <a:ext cx="0" cy="77991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 Placeholder 59">
            <a:extLst>
              <a:ext uri="{FF2B5EF4-FFF2-40B4-BE49-F238E27FC236}">
                <a16:creationId xmlns:a16="http://schemas.microsoft.com/office/drawing/2014/main" id="{3FCF35FF-FEE4-AE44-0871-3DE0DA8A5163}"/>
              </a:ext>
            </a:extLst>
          </p:cNvPr>
          <p:cNvSpPr txBox="1">
            <a:spLocks/>
          </p:cNvSpPr>
          <p:nvPr/>
        </p:nvSpPr>
        <p:spPr>
          <a:xfrm>
            <a:off x="5202311" y="5830749"/>
            <a:ext cx="2418488" cy="1179375"/>
          </a:xfrm>
          <a:prstGeom prst="rect">
            <a:avLst/>
          </a:prstGeom>
        </p:spPr>
        <p:txBody>
          <a:bodyPr lIns="115214" tIns="57607" rIns="115214" bIns="57607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500" b="1" dirty="0" err="1">
                <a:latin typeface="微软雅黑" pitchFamily="34" charset="-122"/>
                <a:ea typeface="微软雅黑" pitchFamily="34" charset="-122"/>
              </a:rPr>
              <a:t>CamemBERT</a:t>
            </a:r>
            <a:endParaRPr lang="zh-CN" altLang="en-US" sz="1500" b="1" dirty="0"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cxnSp>
        <p:nvCxnSpPr>
          <p:cNvPr id="38" name="Straight Connector 62">
            <a:extLst>
              <a:ext uri="{FF2B5EF4-FFF2-40B4-BE49-F238E27FC236}">
                <a16:creationId xmlns:a16="http://schemas.microsoft.com/office/drawing/2014/main" id="{6006B586-B8FD-5228-CF0B-70A849202250}"/>
              </a:ext>
            </a:extLst>
          </p:cNvPr>
          <p:cNvCxnSpPr>
            <a:cxnSpLocks/>
          </p:cNvCxnSpPr>
          <p:nvPr/>
        </p:nvCxnSpPr>
        <p:spPr>
          <a:xfrm>
            <a:off x="7820675" y="3696211"/>
            <a:ext cx="0" cy="1069904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 Placeholder 59">
            <a:extLst>
              <a:ext uri="{FF2B5EF4-FFF2-40B4-BE49-F238E27FC236}">
                <a16:creationId xmlns:a16="http://schemas.microsoft.com/office/drawing/2014/main" id="{D206FD19-654E-8A03-A92C-C99A4572849D}"/>
              </a:ext>
            </a:extLst>
          </p:cNvPr>
          <p:cNvSpPr txBox="1">
            <a:spLocks/>
          </p:cNvSpPr>
          <p:nvPr/>
        </p:nvSpPr>
        <p:spPr>
          <a:xfrm>
            <a:off x="7551012" y="3318931"/>
            <a:ext cx="2418488" cy="1179375"/>
          </a:xfrm>
          <a:prstGeom prst="rect">
            <a:avLst/>
          </a:prstGeom>
        </p:spPr>
        <p:txBody>
          <a:bodyPr lIns="115214" tIns="57607" rIns="115214" bIns="57607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0" kern="12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500" b="1" dirty="0" err="1">
                <a:latin typeface="微软雅黑" pitchFamily="34" charset="-122"/>
                <a:ea typeface="微软雅黑" pitchFamily="34" charset="-122"/>
              </a:rPr>
              <a:t>SpaCy</a:t>
            </a:r>
            <a:endParaRPr lang="zh-CN" altLang="en-US" sz="1500" b="1" dirty="0"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sp>
        <p:nvSpPr>
          <p:cNvPr id="42" name="任意多边形 19">
            <a:extLst>
              <a:ext uri="{FF2B5EF4-FFF2-40B4-BE49-F238E27FC236}">
                <a16:creationId xmlns:a16="http://schemas.microsoft.com/office/drawing/2014/main" id="{FCD3E35E-2468-7AE4-730E-753BDC34BB32}"/>
              </a:ext>
            </a:extLst>
          </p:cNvPr>
          <p:cNvSpPr/>
          <p:nvPr/>
        </p:nvSpPr>
        <p:spPr>
          <a:xfrm rot="2700000">
            <a:off x="3899619" y="4799622"/>
            <a:ext cx="387894" cy="302969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4" name="任意多边形 19">
            <a:extLst>
              <a:ext uri="{FF2B5EF4-FFF2-40B4-BE49-F238E27FC236}">
                <a16:creationId xmlns:a16="http://schemas.microsoft.com/office/drawing/2014/main" id="{1786E61F-64C2-FF22-C6C4-F9FD7DD04F25}"/>
              </a:ext>
            </a:extLst>
          </p:cNvPr>
          <p:cNvSpPr/>
          <p:nvPr/>
        </p:nvSpPr>
        <p:spPr>
          <a:xfrm rot="2700000">
            <a:off x="5008364" y="4799621"/>
            <a:ext cx="387894" cy="302969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5" name="任意多边形 19">
            <a:extLst>
              <a:ext uri="{FF2B5EF4-FFF2-40B4-BE49-F238E27FC236}">
                <a16:creationId xmlns:a16="http://schemas.microsoft.com/office/drawing/2014/main" id="{470C50AA-C297-66B8-C7EC-63F1CD0F19B4}"/>
              </a:ext>
            </a:extLst>
          </p:cNvPr>
          <p:cNvSpPr/>
          <p:nvPr/>
        </p:nvSpPr>
        <p:spPr>
          <a:xfrm rot="2700000">
            <a:off x="6273726" y="4799620"/>
            <a:ext cx="387894" cy="302969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6" name="任意多边形 19">
            <a:extLst>
              <a:ext uri="{FF2B5EF4-FFF2-40B4-BE49-F238E27FC236}">
                <a16:creationId xmlns:a16="http://schemas.microsoft.com/office/drawing/2014/main" id="{A928B2F3-C9FD-6E8C-7704-C775B1533110}"/>
              </a:ext>
            </a:extLst>
          </p:cNvPr>
          <p:cNvSpPr/>
          <p:nvPr/>
        </p:nvSpPr>
        <p:spPr>
          <a:xfrm rot="2700000">
            <a:off x="7612044" y="4837344"/>
            <a:ext cx="387894" cy="302969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9570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25" grpId="0" animBg="1"/>
      <p:bldP spid="28" grpId="0"/>
      <p:bldP spid="30" grpId="0"/>
      <p:bldP spid="37" grpId="0"/>
      <p:bldP spid="40" grpId="0"/>
      <p:bldP spid="42" grpId="0" animBg="1"/>
      <p:bldP spid="44" grpId="0" animBg="1"/>
      <p:bldP spid="45" grpId="0" animBg="1"/>
      <p:bldP spid="4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B877F-A80B-C1D0-17E8-80D0B4225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75C7C4A8-1655-F97D-394F-B0858685B1FA}"/>
              </a:ext>
            </a:extLst>
          </p:cNvPr>
          <p:cNvSpPr txBox="1"/>
          <p:nvPr/>
        </p:nvSpPr>
        <p:spPr>
          <a:xfrm>
            <a:off x="1699212" y="194871"/>
            <a:ext cx="6098016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Diagramme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de flux de processus</a:t>
            </a:r>
            <a:endParaRPr lang="zh-CN" altLang="en-US" sz="28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33" name="任意多边形 47">
            <a:extLst>
              <a:ext uri="{FF2B5EF4-FFF2-40B4-BE49-F238E27FC236}">
                <a16:creationId xmlns:a16="http://schemas.microsoft.com/office/drawing/2014/main" id="{A7AFF193-8440-6656-C5C2-D182BC45E5AE}"/>
              </a:ext>
            </a:extLst>
          </p:cNvPr>
          <p:cNvSpPr/>
          <p:nvPr/>
        </p:nvSpPr>
        <p:spPr>
          <a:xfrm rot="18900000" flipV="1">
            <a:off x="99493" y="160716"/>
            <a:ext cx="1257992" cy="771874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4" name="任意多边形 48">
            <a:extLst>
              <a:ext uri="{FF2B5EF4-FFF2-40B4-BE49-F238E27FC236}">
                <a16:creationId xmlns:a16="http://schemas.microsoft.com/office/drawing/2014/main" id="{CC9F4BBA-125D-AD9E-FB6C-F6E07EC3639E}"/>
              </a:ext>
            </a:extLst>
          </p:cNvPr>
          <p:cNvSpPr/>
          <p:nvPr/>
        </p:nvSpPr>
        <p:spPr>
          <a:xfrm rot="18900000" flipV="1">
            <a:off x="-102618" y="95709"/>
            <a:ext cx="926781" cy="721545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0A8ABC7E-4237-7538-20B6-F7C883901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878" y="227563"/>
            <a:ext cx="1640097" cy="63817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247E31F5-9CB4-3EDA-586B-A199807B10A3}"/>
              </a:ext>
            </a:extLst>
          </p:cNvPr>
          <p:cNvSpPr txBox="1"/>
          <p:nvPr/>
        </p:nvSpPr>
        <p:spPr>
          <a:xfrm>
            <a:off x="11615744" y="6235771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33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6A063C4-C8C6-2D48-29C1-2160D7AC14D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38917" y="804844"/>
            <a:ext cx="6314166" cy="60891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67666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3818F-37A7-46B2-E99E-BA15463BA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框 30">
            <a:extLst>
              <a:ext uri="{FF2B5EF4-FFF2-40B4-BE49-F238E27FC236}">
                <a16:creationId xmlns:a16="http://schemas.microsoft.com/office/drawing/2014/main" id="{71172434-42EB-6F57-B737-0A7F3A9B901C}"/>
              </a:ext>
            </a:extLst>
          </p:cNvPr>
          <p:cNvSpPr txBox="1"/>
          <p:nvPr/>
        </p:nvSpPr>
        <p:spPr>
          <a:xfrm>
            <a:off x="1699212" y="194871"/>
            <a:ext cx="6488892" cy="523220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2800" b="1" dirty="0" err="1">
                <a:solidFill>
                  <a:srgbClr val="CC0000"/>
                </a:solidFill>
                <a:cs typeface="+mn-ea"/>
                <a:sym typeface="+mn-lt"/>
              </a:rPr>
              <a:t>Diagramme</a:t>
            </a:r>
            <a:r>
              <a:rPr lang="en-US" altLang="zh-CN" sz="2800" b="1" dirty="0">
                <a:solidFill>
                  <a:srgbClr val="CC0000"/>
                </a:solidFill>
                <a:cs typeface="+mn-ea"/>
                <a:sym typeface="+mn-lt"/>
              </a:rPr>
              <a:t> de classes du sprint 03</a:t>
            </a:r>
            <a:endParaRPr lang="zh-CN" altLang="en-US" sz="2800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sp>
        <p:nvSpPr>
          <p:cNvPr id="33" name="任意多边形 47">
            <a:extLst>
              <a:ext uri="{FF2B5EF4-FFF2-40B4-BE49-F238E27FC236}">
                <a16:creationId xmlns:a16="http://schemas.microsoft.com/office/drawing/2014/main" id="{8149C36A-F703-5C9D-8B9E-1867051DA392}"/>
              </a:ext>
            </a:extLst>
          </p:cNvPr>
          <p:cNvSpPr/>
          <p:nvPr/>
        </p:nvSpPr>
        <p:spPr>
          <a:xfrm rot="18900000" flipV="1">
            <a:off x="99493" y="160716"/>
            <a:ext cx="1257992" cy="771874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4" name="任意多边形 48">
            <a:extLst>
              <a:ext uri="{FF2B5EF4-FFF2-40B4-BE49-F238E27FC236}">
                <a16:creationId xmlns:a16="http://schemas.microsoft.com/office/drawing/2014/main" id="{3B187F13-DE92-DD4E-6A3C-7E9ABA791CDE}"/>
              </a:ext>
            </a:extLst>
          </p:cNvPr>
          <p:cNvSpPr/>
          <p:nvPr/>
        </p:nvSpPr>
        <p:spPr>
          <a:xfrm rot="18900000" flipV="1">
            <a:off x="-102618" y="95709"/>
            <a:ext cx="926781" cy="721545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2511EC51-2B12-4622-D79B-E1F977376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4878" y="227563"/>
            <a:ext cx="1640097" cy="638179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ED02466C-1BDE-E6C4-359E-7636D076CD72}"/>
              </a:ext>
            </a:extLst>
          </p:cNvPr>
          <p:cNvSpPr txBox="1"/>
          <p:nvPr/>
        </p:nvSpPr>
        <p:spPr>
          <a:xfrm>
            <a:off x="11615744" y="6235771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34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AFFD411-847F-BFFC-0C31-F1AF8B204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705" y="949528"/>
            <a:ext cx="8998589" cy="528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62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C237F-59A6-3A48-BBBE-AF73B2DB5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8044EE9C-B92C-69CD-D847-A27AD7144D30}"/>
              </a:ext>
            </a:extLst>
          </p:cNvPr>
          <p:cNvSpPr/>
          <p:nvPr/>
        </p:nvSpPr>
        <p:spPr>
          <a:xfrm rot="2700000">
            <a:off x="6801763" y="1402622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0" name="任意多边形 19">
            <a:extLst>
              <a:ext uri="{FF2B5EF4-FFF2-40B4-BE49-F238E27FC236}">
                <a16:creationId xmlns:a16="http://schemas.microsoft.com/office/drawing/2014/main" id="{D4E8EF94-AFCE-8D6F-AB7F-0E2381566B03}"/>
              </a:ext>
            </a:extLst>
          </p:cNvPr>
          <p:cNvSpPr/>
          <p:nvPr/>
        </p:nvSpPr>
        <p:spPr>
          <a:xfrm rot="2700000">
            <a:off x="-6411778" y="-1263874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gradFill>
            <a:gsLst>
              <a:gs pos="1328">
                <a:srgbClr val="FF0101"/>
              </a:gs>
              <a:gs pos="875">
                <a:srgbClr val="FD0505"/>
              </a:gs>
              <a:gs pos="750">
                <a:srgbClr val="FB0A0A"/>
              </a:gs>
              <a:gs pos="500">
                <a:srgbClr val="F71414"/>
              </a:gs>
              <a:gs pos="0">
                <a:srgbClr val="EF2728"/>
              </a:gs>
              <a:gs pos="0">
                <a:srgbClr val="FF0000"/>
              </a:gs>
              <a:gs pos="68000">
                <a:schemeClr val="accent1">
                  <a:alpha val="87000"/>
                  <a:lumMod val="38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任意多边形 5">
            <a:extLst>
              <a:ext uri="{FF2B5EF4-FFF2-40B4-BE49-F238E27FC236}">
                <a16:creationId xmlns:a16="http://schemas.microsoft.com/office/drawing/2014/main" id="{AB176EAC-5162-C4E7-5A27-3F5155167F7D}"/>
              </a:ext>
            </a:extLst>
          </p:cNvPr>
          <p:cNvSpPr/>
          <p:nvPr/>
        </p:nvSpPr>
        <p:spPr>
          <a:xfrm rot="2700000">
            <a:off x="-3142374" y="2295265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rgbClr val="5D99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任意多边形 11">
            <a:extLst>
              <a:ext uri="{FF2B5EF4-FFF2-40B4-BE49-F238E27FC236}">
                <a16:creationId xmlns:a16="http://schemas.microsoft.com/office/drawing/2014/main" id="{46F0DE56-EB0C-2722-B9BB-55BF8613D499}"/>
              </a:ext>
            </a:extLst>
          </p:cNvPr>
          <p:cNvSpPr/>
          <p:nvPr/>
        </p:nvSpPr>
        <p:spPr>
          <a:xfrm rot="18900000" flipH="1">
            <a:off x="11525844" y="5786883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7" name="任意多边形 16">
            <a:extLst>
              <a:ext uri="{FF2B5EF4-FFF2-40B4-BE49-F238E27FC236}">
                <a16:creationId xmlns:a16="http://schemas.microsoft.com/office/drawing/2014/main" id="{B1DDBEE6-7675-D543-FB94-3E7E2AC54F59}"/>
              </a:ext>
            </a:extLst>
          </p:cNvPr>
          <p:cNvSpPr/>
          <p:nvPr/>
        </p:nvSpPr>
        <p:spPr>
          <a:xfrm rot="2700000">
            <a:off x="8606638" y="1843174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8" name="任意多边形 17">
            <a:extLst>
              <a:ext uri="{FF2B5EF4-FFF2-40B4-BE49-F238E27FC236}">
                <a16:creationId xmlns:a16="http://schemas.microsoft.com/office/drawing/2014/main" id="{1D8515E3-98FD-D878-7FA2-71E458FDD1C4}"/>
              </a:ext>
            </a:extLst>
          </p:cNvPr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3017346-5671-734B-6A97-42760074E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0" y="250576"/>
            <a:ext cx="1759646" cy="684696"/>
          </a:xfrm>
          <a:prstGeom prst="rect">
            <a:avLst/>
          </a:prstGeom>
        </p:spPr>
      </p:pic>
      <p:sp>
        <p:nvSpPr>
          <p:cNvPr id="3" name="任意多边形 16">
            <a:extLst>
              <a:ext uri="{FF2B5EF4-FFF2-40B4-BE49-F238E27FC236}">
                <a16:creationId xmlns:a16="http://schemas.microsoft.com/office/drawing/2014/main" id="{B660F4D2-6014-3238-AE78-852A001B1ADB}"/>
              </a:ext>
            </a:extLst>
          </p:cNvPr>
          <p:cNvSpPr/>
          <p:nvPr/>
        </p:nvSpPr>
        <p:spPr>
          <a:xfrm rot="2700000">
            <a:off x="6778836" y="5087624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任意多边形 16">
            <a:extLst>
              <a:ext uri="{FF2B5EF4-FFF2-40B4-BE49-F238E27FC236}">
                <a16:creationId xmlns:a16="http://schemas.microsoft.com/office/drawing/2014/main" id="{0C20F823-6F85-EA37-F359-2DA5D629EF88}"/>
              </a:ext>
            </a:extLst>
          </p:cNvPr>
          <p:cNvSpPr/>
          <p:nvPr/>
        </p:nvSpPr>
        <p:spPr>
          <a:xfrm rot="2700000">
            <a:off x="4093979" y="317216"/>
            <a:ext cx="820083" cy="82417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072FDDF-DFB9-A1B0-1350-F1DE4B6B1875}"/>
              </a:ext>
            </a:extLst>
          </p:cNvPr>
          <p:cNvSpPr txBox="1"/>
          <p:nvPr/>
        </p:nvSpPr>
        <p:spPr>
          <a:xfrm>
            <a:off x="11068524" y="6488668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35</a:t>
            </a:r>
          </a:p>
        </p:txBody>
      </p:sp>
      <p:pic>
        <p:nvPicPr>
          <p:cNvPr id="7" name="Picture 4" descr="écran PNG pour téléchargement gratuit">
            <a:extLst>
              <a:ext uri="{FF2B5EF4-FFF2-40B4-BE49-F238E27FC236}">
                <a16:creationId xmlns:a16="http://schemas.microsoft.com/office/drawing/2014/main" id="{537DAD4E-4DBF-D76B-257D-3B6E9DC2F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226" y="-1660577"/>
            <a:ext cx="10034600" cy="10179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4117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6" grpId="0" animBg="1"/>
      <p:bldP spid="12" grpId="0" animBg="1"/>
      <p:bldP spid="17" grpId="0" animBg="1"/>
      <p:bldP spid="18" grpId="0" animBg="1"/>
      <p:bldP spid="3" grpId="0" animBg="1"/>
      <p:bldP spid="4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C237F-59A6-3A48-BBBE-AF73B2DB5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8044EE9C-B92C-69CD-D847-A27AD7144D30}"/>
              </a:ext>
            </a:extLst>
          </p:cNvPr>
          <p:cNvSpPr/>
          <p:nvPr/>
        </p:nvSpPr>
        <p:spPr>
          <a:xfrm rot="2700000">
            <a:off x="6801763" y="1402622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0" name="任意多边形 19">
            <a:extLst>
              <a:ext uri="{FF2B5EF4-FFF2-40B4-BE49-F238E27FC236}">
                <a16:creationId xmlns:a16="http://schemas.microsoft.com/office/drawing/2014/main" id="{D4E8EF94-AFCE-8D6F-AB7F-0E2381566B03}"/>
              </a:ext>
            </a:extLst>
          </p:cNvPr>
          <p:cNvSpPr/>
          <p:nvPr/>
        </p:nvSpPr>
        <p:spPr>
          <a:xfrm rot="2700000">
            <a:off x="-4597361" y="329390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gradFill>
            <a:gsLst>
              <a:gs pos="1328">
                <a:srgbClr val="FF0101"/>
              </a:gs>
              <a:gs pos="875">
                <a:srgbClr val="FD0505"/>
              </a:gs>
              <a:gs pos="750">
                <a:srgbClr val="FB0A0A"/>
              </a:gs>
              <a:gs pos="500">
                <a:srgbClr val="F71414"/>
              </a:gs>
              <a:gs pos="0">
                <a:srgbClr val="EF2728"/>
              </a:gs>
              <a:gs pos="0">
                <a:srgbClr val="FF0000"/>
              </a:gs>
              <a:gs pos="68000">
                <a:schemeClr val="accent1">
                  <a:alpha val="87000"/>
                  <a:lumMod val="38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任意多边形 5">
            <a:extLst>
              <a:ext uri="{FF2B5EF4-FFF2-40B4-BE49-F238E27FC236}">
                <a16:creationId xmlns:a16="http://schemas.microsoft.com/office/drawing/2014/main" id="{AB176EAC-5162-C4E7-5A27-3F5155167F7D}"/>
              </a:ext>
            </a:extLst>
          </p:cNvPr>
          <p:cNvSpPr/>
          <p:nvPr/>
        </p:nvSpPr>
        <p:spPr>
          <a:xfrm rot="2700000">
            <a:off x="-957419" y="349784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rgbClr val="5D99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任意多边形 11">
            <a:extLst>
              <a:ext uri="{FF2B5EF4-FFF2-40B4-BE49-F238E27FC236}">
                <a16:creationId xmlns:a16="http://schemas.microsoft.com/office/drawing/2014/main" id="{46F0DE56-EB0C-2722-B9BB-55BF8613D499}"/>
              </a:ext>
            </a:extLst>
          </p:cNvPr>
          <p:cNvSpPr/>
          <p:nvPr/>
        </p:nvSpPr>
        <p:spPr>
          <a:xfrm rot="18900000" flipH="1">
            <a:off x="11525844" y="5786883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F712EB1-D6A0-97AD-94E1-3BB44E39B0B6}"/>
              </a:ext>
            </a:extLst>
          </p:cNvPr>
          <p:cNvSpPr txBox="1"/>
          <p:nvPr/>
        </p:nvSpPr>
        <p:spPr>
          <a:xfrm>
            <a:off x="3789971" y="2416811"/>
            <a:ext cx="3104119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dirty="0">
                <a:solidFill>
                  <a:schemeClr val="accent1"/>
                </a:solidFill>
                <a:cs typeface="+mn-ea"/>
                <a:sym typeface="+mn-lt"/>
              </a:rPr>
              <a:t>PARTIE 06</a:t>
            </a:r>
            <a:endParaRPr lang="zh-CN" altLang="en-US" sz="48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789EF98-3057-AF90-F5AC-3DD89AEC78BB}"/>
              </a:ext>
            </a:extLst>
          </p:cNvPr>
          <p:cNvSpPr txBox="1"/>
          <p:nvPr/>
        </p:nvSpPr>
        <p:spPr>
          <a:xfrm>
            <a:off x="3240092" y="3335482"/>
            <a:ext cx="8487500" cy="83747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384613" lvl="2">
              <a:lnSpc>
                <a:spcPct val="150000"/>
              </a:lnSpc>
            </a:pPr>
            <a:r>
              <a:rPr lang="en-US" sz="3600" b="1" spc="348" dirty="0">
                <a:solidFill>
                  <a:schemeClr val="bg2">
                    <a:lumMod val="50000"/>
                  </a:schemeClr>
                </a:solidFill>
                <a:latin typeface="DM Sans Bold"/>
              </a:rPr>
              <a:t>Conclusion et perspectives</a:t>
            </a:r>
          </a:p>
        </p:txBody>
      </p:sp>
      <p:sp>
        <p:nvSpPr>
          <p:cNvPr id="17" name="任意多边形 16">
            <a:extLst>
              <a:ext uri="{FF2B5EF4-FFF2-40B4-BE49-F238E27FC236}">
                <a16:creationId xmlns:a16="http://schemas.microsoft.com/office/drawing/2014/main" id="{B1DDBEE6-7675-D543-FB94-3E7E2AC54F59}"/>
              </a:ext>
            </a:extLst>
          </p:cNvPr>
          <p:cNvSpPr/>
          <p:nvPr/>
        </p:nvSpPr>
        <p:spPr>
          <a:xfrm rot="2700000">
            <a:off x="8606638" y="1843174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8" name="任意多边形 17">
            <a:extLst>
              <a:ext uri="{FF2B5EF4-FFF2-40B4-BE49-F238E27FC236}">
                <a16:creationId xmlns:a16="http://schemas.microsoft.com/office/drawing/2014/main" id="{1D8515E3-98FD-D878-7FA2-71E458FDD1C4}"/>
              </a:ext>
            </a:extLst>
          </p:cNvPr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93017346-5671-734B-6A97-42760074E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315" y="250575"/>
            <a:ext cx="2724331" cy="1060065"/>
          </a:xfrm>
          <a:prstGeom prst="rect">
            <a:avLst/>
          </a:prstGeom>
        </p:spPr>
      </p:pic>
      <p:sp>
        <p:nvSpPr>
          <p:cNvPr id="3" name="任意多边形 16">
            <a:extLst>
              <a:ext uri="{FF2B5EF4-FFF2-40B4-BE49-F238E27FC236}">
                <a16:creationId xmlns:a16="http://schemas.microsoft.com/office/drawing/2014/main" id="{B660F4D2-6014-3238-AE78-852A001B1ADB}"/>
              </a:ext>
            </a:extLst>
          </p:cNvPr>
          <p:cNvSpPr/>
          <p:nvPr/>
        </p:nvSpPr>
        <p:spPr>
          <a:xfrm rot="2700000">
            <a:off x="6778836" y="5087624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任意多边形 16">
            <a:extLst>
              <a:ext uri="{FF2B5EF4-FFF2-40B4-BE49-F238E27FC236}">
                <a16:creationId xmlns:a16="http://schemas.microsoft.com/office/drawing/2014/main" id="{0C20F823-6F85-EA37-F359-2DA5D629EF88}"/>
              </a:ext>
            </a:extLst>
          </p:cNvPr>
          <p:cNvSpPr/>
          <p:nvPr/>
        </p:nvSpPr>
        <p:spPr>
          <a:xfrm rot="2700000">
            <a:off x="4093979" y="317216"/>
            <a:ext cx="820083" cy="82417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A5A6790-52E5-A7F8-31EF-91920D68A7F2}"/>
              </a:ext>
            </a:extLst>
          </p:cNvPr>
          <p:cNvSpPr txBox="1"/>
          <p:nvPr/>
        </p:nvSpPr>
        <p:spPr>
          <a:xfrm>
            <a:off x="11068524" y="6488668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396126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6" grpId="0" animBg="1"/>
      <p:bldP spid="12" grpId="0" animBg="1"/>
      <p:bldP spid="13" grpId="0"/>
      <p:bldP spid="14" grpId="0"/>
      <p:bldP spid="17" grpId="0" animBg="1"/>
      <p:bldP spid="18" grpId="0" animBg="1"/>
      <p:bldP spid="3" grpId="0" animBg="1"/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19">
            <a:extLst>
              <a:ext uri="{FF2B5EF4-FFF2-40B4-BE49-F238E27FC236}">
                <a16:creationId xmlns:a16="http://schemas.microsoft.com/office/drawing/2014/main" id="{764A3897-36B0-D38E-2E79-94FC853AE6BF}"/>
              </a:ext>
            </a:extLst>
          </p:cNvPr>
          <p:cNvSpPr/>
          <p:nvPr/>
        </p:nvSpPr>
        <p:spPr>
          <a:xfrm rot="13872287">
            <a:off x="10147511" y="2562273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gradFill>
            <a:gsLst>
              <a:gs pos="1328">
                <a:srgbClr val="FF0101"/>
              </a:gs>
              <a:gs pos="875">
                <a:srgbClr val="FD0505"/>
              </a:gs>
              <a:gs pos="750">
                <a:srgbClr val="FB0A0A"/>
              </a:gs>
              <a:gs pos="500">
                <a:srgbClr val="F71414"/>
              </a:gs>
              <a:gs pos="0">
                <a:srgbClr val="EF2728"/>
              </a:gs>
              <a:gs pos="0">
                <a:srgbClr val="FF0000"/>
              </a:gs>
              <a:gs pos="68000">
                <a:schemeClr val="accent1">
                  <a:alpha val="87000"/>
                  <a:lumMod val="38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446156" y="1676995"/>
            <a:ext cx="9256067" cy="1758279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820983" y="1983735"/>
            <a:ext cx="8506414" cy="8613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En conclusion, </a:t>
            </a:r>
            <a:r>
              <a:rPr lang="fr-FR" sz="1600" b="1" dirty="0" err="1">
                <a:solidFill>
                  <a:schemeClr val="accent1">
                    <a:lumMod val="50000"/>
                  </a:schemeClr>
                </a:solidFill>
              </a:rPr>
              <a:t>RedBoost</a:t>
            </a:r>
            <a:r>
              <a:rPr lang="fr-FR" sz="1600" b="1" dirty="0">
                <a:solidFill>
                  <a:schemeClr val="accent1">
                    <a:lumMod val="50000"/>
                  </a:schemeClr>
                </a:solidFill>
              </a:rPr>
              <a:t> est bien plus qu’un projet académique. C’est une solution concrète, pensée pour répondre à des besoins réels, et conçue en collaboration directe avec les acteurs de l’écosystème entrepreneurial tunisien.</a:t>
            </a:r>
            <a:endParaRPr lang="en-US" altLang="zh-CN" sz="1500" b="1" dirty="0">
              <a:solidFill>
                <a:schemeClr val="accent1">
                  <a:lumMod val="50000"/>
                </a:schemeClr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矩形 93"/>
          <p:cNvSpPr/>
          <p:nvPr/>
        </p:nvSpPr>
        <p:spPr>
          <a:xfrm>
            <a:off x="1398692" y="1620850"/>
            <a:ext cx="362940" cy="362885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rtlCol="0" anchor="ctr"/>
          <a:lstStyle/>
          <a:p>
            <a:pPr algn="ctr"/>
            <a:endParaRPr lang="zh-CN" altLang="en-US"/>
          </a:p>
        </p:txBody>
      </p:sp>
      <p:sp>
        <p:nvSpPr>
          <p:cNvPr id="5" name="矩形 93"/>
          <p:cNvSpPr/>
          <p:nvPr/>
        </p:nvSpPr>
        <p:spPr>
          <a:xfrm rot="10800000">
            <a:off x="10389261" y="3128297"/>
            <a:ext cx="362940" cy="362885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15214" tIns="57607" rIns="115214" bIns="57607"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1740502" y="450599"/>
            <a:ext cx="5061857" cy="689674"/>
            <a:chOff x="6095999" y="2061026"/>
            <a:chExt cx="5061857" cy="689674"/>
          </a:xfrm>
        </p:grpSpPr>
        <p:sp>
          <p:nvSpPr>
            <p:cNvPr id="15" name="文本框 30"/>
            <p:cNvSpPr txBox="1"/>
            <p:nvPr/>
          </p:nvSpPr>
          <p:spPr>
            <a:xfrm>
              <a:off x="6095999" y="2061026"/>
              <a:ext cx="259781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2800" b="1" dirty="0">
                  <a:solidFill>
                    <a:schemeClr val="accent2"/>
                  </a:solidFill>
                  <a:cs typeface="+mn-ea"/>
                  <a:sym typeface="+mn-lt"/>
                </a:rPr>
                <a:t>Conclusion</a:t>
              </a:r>
              <a:endParaRPr lang="zh-CN" altLang="en-US" sz="2800" b="1" dirty="0">
                <a:solidFill>
                  <a:schemeClr val="accent2"/>
                </a:solidFill>
                <a:cs typeface="+mn-ea"/>
                <a:sym typeface="+mn-lt"/>
              </a:endParaRPr>
            </a:p>
          </p:txBody>
        </p:sp>
        <p:sp>
          <p:nvSpPr>
            <p:cNvPr id="16" name="文本框 31"/>
            <p:cNvSpPr txBox="1"/>
            <p:nvPr/>
          </p:nvSpPr>
          <p:spPr>
            <a:xfrm>
              <a:off x="6095999" y="2473701"/>
              <a:ext cx="50618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endParaRPr lang="en-US" altLang="zh-CN" sz="12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7" name="任意多边形 47"/>
          <p:cNvSpPr/>
          <p:nvPr/>
        </p:nvSpPr>
        <p:spPr>
          <a:xfrm rot="18900000" flipV="1">
            <a:off x="99493" y="160716"/>
            <a:ext cx="1257992" cy="771874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8" name="任意多边形 48"/>
          <p:cNvSpPr/>
          <p:nvPr/>
        </p:nvSpPr>
        <p:spPr>
          <a:xfrm rot="18900000" flipV="1">
            <a:off x="-102618" y="95709"/>
            <a:ext cx="926781" cy="721545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50A052CC-E06E-4C58-850A-9765A444A8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6678" y="196389"/>
            <a:ext cx="1702245" cy="662361"/>
          </a:xfrm>
          <a:prstGeom prst="rect">
            <a:avLst/>
          </a:prstGeom>
        </p:spPr>
      </p:pic>
      <p:sp>
        <p:nvSpPr>
          <p:cNvPr id="23" name="任意多边形 19">
            <a:extLst>
              <a:ext uri="{FF2B5EF4-FFF2-40B4-BE49-F238E27FC236}">
                <a16:creationId xmlns:a16="http://schemas.microsoft.com/office/drawing/2014/main" id="{964CB1BA-96BD-43CE-A5C2-E72174F9ED0E}"/>
              </a:ext>
            </a:extLst>
          </p:cNvPr>
          <p:cNvSpPr/>
          <p:nvPr/>
        </p:nvSpPr>
        <p:spPr>
          <a:xfrm rot="2700000">
            <a:off x="-1390103" y="4018654"/>
            <a:ext cx="2347825" cy="2354001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任意多边形 47">
            <a:extLst>
              <a:ext uri="{FF2B5EF4-FFF2-40B4-BE49-F238E27FC236}">
                <a16:creationId xmlns:a16="http://schemas.microsoft.com/office/drawing/2014/main" id="{658591D3-AC8A-443D-8A97-7FDF4E6740F4}"/>
              </a:ext>
            </a:extLst>
          </p:cNvPr>
          <p:cNvSpPr/>
          <p:nvPr/>
        </p:nvSpPr>
        <p:spPr>
          <a:xfrm rot="18900000" flipV="1">
            <a:off x="478851" y="5277462"/>
            <a:ext cx="1257992" cy="771874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79C26BB-8EE9-53A5-D2F7-AC4EEFD35FF6}"/>
              </a:ext>
            </a:extLst>
          </p:cNvPr>
          <p:cNvSpPr txBox="1"/>
          <p:nvPr/>
        </p:nvSpPr>
        <p:spPr>
          <a:xfrm>
            <a:off x="11068524" y="6488668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 animBg="1"/>
      <p:bldP spid="3" grpId="0"/>
      <p:bldP spid="4" grpId="0" animBg="1"/>
      <p:bldP spid="5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3A1FC-1503-0D6D-6227-F17413C5E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8EC5BE4C-83B8-5C5A-F4AC-C5151B002116}"/>
              </a:ext>
            </a:extLst>
          </p:cNvPr>
          <p:cNvSpPr/>
          <p:nvPr/>
        </p:nvSpPr>
        <p:spPr bwMode="auto">
          <a:xfrm>
            <a:off x="6723548" y="2477994"/>
            <a:ext cx="2235525" cy="1758278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 lim="800000"/>
          </a:ln>
        </p:spPr>
        <p:txBody>
          <a:bodyPr vert="horz" wrap="square" lIns="115214" tIns="57607" rIns="115214" bIns="57607" numCol="1" anchor="t" anchorCtr="0" compatLnSpc="1"/>
          <a:lstStyle/>
          <a:p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8A61C2F5-4E52-0347-27DB-F5535C08A9DE}"/>
              </a:ext>
            </a:extLst>
          </p:cNvPr>
          <p:cNvSpPr/>
          <p:nvPr/>
        </p:nvSpPr>
        <p:spPr bwMode="auto">
          <a:xfrm>
            <a:off x="3555608" y="2371754"/>
            <a:ext cx="2479040" cy="1865759"/>
          </a:xfrm>
          <a:custGeom>
            <a:avLst/>
            <a:gdLst>
              <a:gd name="T0" fmla="*/ 2151 w 2740"/>
              <a:gd name="T1" fmla="*/ 2315 h 2446"/>
              <a:gd name="T2" fmla="*/ 2055 w 2740"/>
              <a:gd name="T3" fmla="*/ 2410 h 2446"/>
              <a:gd name="T4" fmla="*/ 1918 w 2740"/>
              <a:gd name="T5" fmla="*/ 2445 h 2446"/>
              <a:gd name="T6" fmla="*/ 816 w 2740"/>
              <a:gd name="T7" fmla="*/ 2445 h 2446"/>
              <a:gd name="T8" fmla="*/ 685 w 2740"/>
              <a:gd name="T9" fmla="*/ 2410 h 2446"/>
              <a:gd name="T10" fmla="*/ 589 w 2740"/>
              <a:gd name="T11" fmla="*/ 2314 h 2446"/>
              <a:gd name="T12" fmla="*/ 36 w 2740"/>
              <a:gd name="T13" fmla="*/ 1356 h 2446"/>
              <a:gd name="T14" fmla="*/ 0 w 2740"/>
              <a:gd name="T15" fmla="*/ 1223 h 2446"/>
              <a:gd name="T16" fmla="*/ 36 w 2740"/>
              <a:gd name="T17" fmla="*/ 1089 h 2446"/>
              <a:gd name="T18" fmla="*/ 587 w 2740"/>
              <a:gd name="T19" fmla="*/ 135 h 2446"/>
              <a:gd name="T20" fmla="*/ 685 w 2740"/>
              <a:gd name="T21" fmla="*/ 37 h 2446"/>
              <a:gd name="T22" fmla="*/ 810 w 2740"/>
              <a:gd name="T23" fmla="*/ 1 h 2446"/>
              <a:gd name="T24" fmla="*/ 1916 w 2740"/>
              <a:gd name="T25" fmla="*/ 1 h 2446"/>
              <a:gd name="T26" fmla="*/ 2055 w 2740"/>
              <a:gd name="T27" fmla="*/ 37 h 2446"/>
              <a:gd name="T28" fmla="*/ 2151 w 2740"/>
              <a:gd name="T29" fmla="*/ 132 h 2446"/>
              <a:gd name="T30" fmla="*/ 2702 w 2740"/>
              <a:gd name="T31" fmla="*/ 1086 h 2446"/>
              <a:gd name="T32" fmla="*/ 2740 w 2740"/>
              <a:gd name="T33" fmla="*/ 1223 h 2446"/>
              <a:gd name="T34" fmla="*/ 2701 w 2740"/>
              <a:gd name="T35" fmla="*/ 1361 h 2446"/>
              <a:gd name="T36" fmla="*/ 2151 w 2740"/>
              <a:gd name="T37" fmla="*/ 2315 h 24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 lim="800000"/>
          </a:ln>
        </p:spPr>
        <p:txBody>
          <a:bodyPr vert="horz" wrap="square" lIns="115214" tIns="57607" rIns="115214" bIns="57607" numCol="1" anchor="t" anchorCtr="0" compatLnSpc="1"/>
          <a:lstStyle/>
          <a:p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7E1FE2FC-EAA0-4C2E-C867-D8AB00D186D1}"/>
              </a:ext>
            </a:extLst>
          </p:cNvPr>
          <p:cNvGrpSpPr/>
          <p:nvPr/>
        </p:nvGrpSpPr>
        <p:grpSpPr>
          <a:xfrm>
            <a:off x="1740502" y="450599"/>
            <a:ext cx="5061857" cy="689674"/>
            <a:chOff x="6095999" y="2061026"/>
            <a:chExt cx="5061857" cy="689674"/>
          </a:xfrm>
        </p:grpSpPr>
        <p:sp>
          <p:nvSpPr>
            <p:cNvPr id="15" name="文本框 30">
              <a:extLst>
                <a:ext uri="{FF2B5EF4-FFF2-40B4-BE49-F238E27FC236}">
                  <a16:creationId xmlns:a16="http://schemas.microsoft.com/office/drawing/2014/main" id="{EC6E4FB0-A32D-7CB7-3094-AF619864835F}"/>
                </a:ext>
              </a:extLst>
            </p:cNvPr>
            <p:cNvSpPr txBox="1"/>
            <p:nvPr/>
          </p:nvSpPr>
          <p:spPr>
            <a:xfrm>
              <a:off x="6095999" y="2061026"/>
              <a:ext cx="36248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r>
                <a:rPr lang="en-US" altLang="zh-CN" sz="2800" b="1" dirty="0">
                  <a:solidFill>
                    <a:schemeClr val="accent2"/>
                  </a:solidFill>
                  <a:cs typeface="+mn-ea"/>
                  <a:sym typeface="+mn-lt"/>
                </a:rPr>
                <a:t>Perspectives</a:t>
              </a:r>
              <a:endParaRPr lang="zh-CN" altLang="en-US" sz="2800" b="1" dirty="0">
                <a:solidFill>
                  <a:schemeClr val="accent2"/>
                </a:solidFill>
                <a:cs typeface="+mn-ea"/>
                <a:sym typeface="+mn-lt"/>
              </a:endParaRPr>
            </a:p>
          </p:txBody>
        </p:sp>
        <p:sp>
          <p:nvSpPr>
            <p:cNvPr id="16" name="文本框 31">
              <a:extLst>
                <a:ext uri="{FF2B5EF4-FFF2-40B4-BE49-F238E27FC236}">
                  <a16:creationId xmlns:a16="http://schemas.microsoft.com/office/drawing/2014/main" id="{8FF9148E-257F-95CA-7241-8C1283251277}"/>
                </a:ext>
              </a:extLst>
            </p:cNvPr>
            <p:cNvSpPr txBox="1"/>
            <p:nvPr/>
          </p:nvSpPr>
          <p:spPr>
            <a:xfrm>
              <a:off x="6095999" y="2473701"/>
              <a:ext cx="50618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endParaRPr lang="en-US" altLang="zh-CN" sz="12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7" name="任意多边形 47">
            <a:extLst>
              <a:ext uri="{FF2B5EF4-FFF2-40B4-BE49-F238E27FC236}">
                <a16:creationId xmlns:a16="http://schemas.microsoft.com/office/drawing/2014/main" id="{B16BEC07-8A0B-6F96-336F-113C727C653B}"/>
              </a:ext>
            </a:extLst>
          </p:cNvPr>
          <p:cNvSpPr/>
          <p:nvPr/>
        </p:nvSpPr>
        <p:spPr>
          <a:xfrm rot="18900000" flipV="1">
            <a:off x="99493" y="160716"/>
            <a:ext cx="1257992" cy="771874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8" name="任意多边形 48">
            <a:extLst>
              <a:ext uri="{FF2B5EF4-FFF2-40B4-BE49-F238E27FC236}">
                <a16:creationId xmlns:a16="http://schemas.microsoft.com/office/drawing/2014/main" id="{7DF9DDB9-3A56-86D5-6C64-0A6FFA7AE58E}"/>
              </a:ext>
            </a:extLst>
          </p:cNvPr>
          <p:cNvSpPr/>
          <p:nvPr/>
        </p:nvSpPr>
        <p:spPr>
          <a:xfrm rot="18900000" flipV="1">
            <a:off x="-102618" y="95709"/>
            <a:ext cx="926781" cy="721545"/>
          </a:xfrm>
          <a:custGeom>
            <a:avLst/>
            <a:gdLst>
              <a:gd name="connsiteX0" fmla="*/ 303771 w 1228628"/>
              <a:gd name="connsiteY0" fmla="*/ 32819 h 956548"/>
              <a:gd name="connsiteX1" fmla="*/ 303771 w 1228628"/>
              <a:gd name="connsiteY1" fmla="*/ 32820 h 956548"/>
              <a:gd name="connsiteX2" fmla="*/ 336591 w 1228628"/>
              <a:gd name="connsiteY2" fmla="*/ 0 h 956548"/>
              <a:gd name="connsiteX3" fmla="*/ 1115933 w 1228628"/>
              <a:gd name="connsiteY3" fmla="*/ 0 h 956548"/>
              <a:gd name="connsiteX4" fmla="*/ 1228628 w 1228628"/>
              <a:gd name="connsiteY4" fmla="*/ 112695 h 956548"/>
              <a:gd name="connsiteX5" fmla="*/ 1228628 w 1228628"/>
              <a:gd name="connsiteY5" fmla="*/ 721932 h 956548"/>
              <a:gd name="connsiteX6" fmla="*/ 994013 w 1228628"/>
              <a:gd name="connsiteY6" fmla="*/ 956548 h 956548"/>
              <a:gd name="connsiteX7" fmla="*/ 994013 w 1228628"/>
              <a:gd name="connsiteY7" fmla="*/ 234616 h 956548"/>
              <a:gd name="connsiteX8" fmla="*/ 101975 w 1228628"/>
              <a:gd name="connsiteY8" fmla="*/ 234616 h 956548"/>
              <a:gd name="connsiteX9" fmla="*/ 0 w 1228628"/>
              <a:gd name="connsiteY9" fmla="*/ 336591 h 956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28628" h="956548">
                <a:moveTo>
                  <a:pt x="303771" y="32819"/>
                </a:moveTo>
                <a:lnTo>
                  <a:pt x="303771" y="32820"/>
                </a:lnTo>
                <a:lnTo>
                  <a:pt x="336591" y="0"/>
                </a:lnTo>
                <a:lnTo>
                  <a:pt x="1115933" y="0"/>
                </a:lnTo>
                <a:cubicBezTo>
                  <a:pt x="1178173" y="0"/>
                  <a:pt x="1228628" y="50456"/>
                  <a:pt x="1228628" y="112695"/>
                </a:cubicBezTo>
                <a:lnTo>
                  <a:pt x="1228628" y="721932"/>
                </a:lnTo>
                <a:lnTo>
                  <a:pt x="994013" y="956548"/>
                </a:lnTo>
                <a:lnTo>
                  <a:pt x="994013" y="234616"/>
                </a:lnTo>
                <a:lnTo>
                  <a:pt x="101975" y="234616"/>
                </a:lnTo>
                <a:lnTo>
                  <a:pt x="0" y="336591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7933A51-25A7-E280-F67B-5BABE2075E3B}"/>
              </a:ext>
            </a:extLst>
          </p:cNvPr>
          <p:cNvSpPr txBox="1"/>
          <p:nvPr/>
        </p:nvSpPr>
        <p:spPr>
          <a:xfrm>
            <a:off x="3891000" y="2756968"/>
            <a:ext cx="1940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</a:rPr>
              <a:t>Amelioration</a:t>
            </a:r>
            <a:r>
              <a:rPr lang="fr-FR" b="1" dirty="0">
                <a:solidFill>
                  <a:schemeClr val="bg1"/>
                </a:solidFill>
              </a:rPr>
              <a:t> de </a:t>
            </a:r>
            <a:r>
              <a:rPr lang="fr-FR" b="1" dirty="0" err="1">
                <a:solidFill>
                  <a:schemeClr val="bg1"/>
                </a:solidFill>
              </a:rPr>
              <a:t>perfermence</a:t>
            </a:r>
            <a:r>
              <a:rPr lang="fr-FR" b="1" dirty="0">
                <a:solidFill>
                  <a:schemeClr val="bg1"/>
                </a:solidFill>
              </a:rPr>
              <a:t> du Modèle IA </a:t>
            </a:r>
            <a:endParaRPr lang="fr-TN" b="1" dirty="0">
              <a:solidFill>
                <a:schemeClr val="bg1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AC26EBF-65A8-2FB7-8E82-811FE4A3ABA7}"/>
              </a:ext>
            </a:extLst>
          </p:cNvPr>
          <p:cNvSpPr txBox="1"/>
          <p:nvPr/>
        </p:nvSpPr>
        <p:spPr>
          <a:xfrm>
            <a:off x="7223831" y="2951833"/>
            <a:ext cx="13512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bg1"/>
                </a:solidFill>
              </a:rPr>
              <a:t>Améliorer UX</a:t>
            </a:r>
            <a:endParaRPr lang="fr-TN" b="1" dirty="0">
              <a:solidFill>
                <a:schemeClr val="bg1"/>
              </a:solidFill>
            </a:endParaRP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721D5EC6-4557-B14F-8D90-FD9D180E5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6678" y="196389"/>
            <a:ext cx="1702245" cy="662361"/>
          </a:xfrm>
          <a:prstGeom prst="rect">
            <a:avLst/>
          </a:prstGeom>
        </p:spPr>
      </p:pic>
      <p:sp>
        <p:nvSpPr>
          <p:cNvPr id="23" name="任意多边形 19">
            <a:extLst>
              <a:ext uri="{FF2B5EF4-FFF2-40B4-BE49-F238E27FC236}">
                <a16:creationId xmlns:a16="http://schemas.microsoft.com/office/drawing/2014/main" id="{6ABCF928-91BE-49FA-7399-86C19237FFF5}"/>
              </a:ext>
            </a:extLst>
          </p:cNvPr>
          <p:cNvSpPr/>
          <p:nvPr/>
        </p:nvSpPr>
        <p:spPr>
          <a:xfrm rot="2700000">
            <a:off x="-1390103" y="4018654"/>
            <a:ext cx="2347825" cy="2354001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任意多边形 47">
            <a:extLst>
              <a:ext uri="{FF2B5EF4-FFF2-40B4-BE49-F238E27FC236}">
                <a16:creationId xmlns:a16="http://schemas.microsoft.com/office/drawing/2014/main" id="{A12456AF-EEF1-910C-8C9A-3BC17B26420E}"/>
              </a:ext>
            </a:extLst>
          </p:cNvPr>
          <p:cNvSpPr/>
          <p:nvPr/>
        </p:nvSpPr>
        <p:spPr>
          <a:xfrm rot="18900000" flipV="1">
            <a:off x="478851" y="5277462"/>
            <a:ext cx="1257992" cy="771874"/>
          </a:xfrm>
          <a:custGeom>
            <a:avLst/>
            <a:gdLst>
              <a:gd name="connsiteX0" fmla="*/ 0 w 1667713"/>
              <a:gd name="connsiteY0" fmla="*/ 456881 h 1023269"/>
              <a:gd name="connsiteX1" fmla="*/ 412332 w 1667713"/>
              <a:gd name="connsiteY1" fmla="*/ 44549 h 1023269"/>
              <a:gd name="connsiteX2" fmla="*/ 412333 w 1667713"/>
              <a:gd name="connsiteY2" fmla="*/ 44549 h 1023269"/>
              <a:gd name="connsiteX3" fmla="*/ 456882 w 1667713"/>
              <a:gd name="connsiteY3" fmla="*/ 0 h 1023269"/>
              <a:gd name="connsiteX4" fmla="*/ 1514743 w 1667713"/>
              <a:gd name="connsiteY4" fmla="*/ 0 h 1023269"/>
              <a:gd name="connsiteX5" fmla="*/ 1667713 w 1667713"/>
              <a:gd name="connsiteY5" fmla="*/ 152970 h 1023269"/>
              <a:gd name="connsiteX6" fmla="*/ 1667713 w 1667713"/>
              <a:gd name="connsiteY6" fmla="*/ 704806 h 1023269"/>
              <a:gd name="connsiteX7" fmla="*/ 1349251 w 1667713"/>
              <a:gd name="connsiteY7" fmla="*/ 1023269 h 1023269"/>
              <a:gd name="connsiteX8" fmla="*/ 1349251 w 1667713"/>
              <a:gd name="connsiteY8" fmla="*/ 318462 h 1023269"/>
              <a:gd name="connsiteX9" fmla="*/ 138420 w 1667713"/>
              <a:gd name="connsiteY9" fmla="*/ 318462 h 1023269"/>
              <a:gd name="connsiteX10" fmla="*/ 1 w 1667713"/>
              <a:gd name="connsiteY10" fmla="*/ 456881 h 1023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7713" h="1023269">
                <a:moveTo>
                  <a:pt x="0" y="456881"/>
                </a:moveTo>
                <a:lnTo>
                  <a:pt x="412332" y="44549"/>
                </a:lnTo>
                <a:lnTo>
                  <a:pt x="412333" y="44549"/>
                </a:lnTo>
                <a:lnTo>
                  <a:pt x="456882" y="0"/>
                </a:lnTo>
                <a:lnTo>
                  <a:pt x="1514743" y="0"/>
                </a:lnTo>
                <a:cubicBezTo>
                  <a:pt x="1599226" y="1"/>
                  <a:pt x="1667713" y="68487"/>
                  <a:pt x="1667713" y="152970"/>
                </a:cubicBezTo>
                <a:lnTo>
                  <a:pt x="1667713" y="704806"/>
                </a:lnTo>
                <a:lnTo>
                  <a:pt x="1349251" y="1023269"/>
                </a:lnTo>
                <a:lnTo>
                  <a:pt x="1349251" y="318462"/>
                </a:lnTo>
                <a:lnTo>
                  <a:pt x="138420" y="318462"/>
                </a:lnTo>
                <a:lnTo>
                  <a:pt x="1" y="456881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5631725-6E7F-7F01-C366-141B6F6490C6}"/>
              </a:ext>
            </a:extLst>
          </p:cNvPr>
          <p:cNvSpPr txBox="1"/>
          <p:nvPr/>
        </p:nvSpPr>
        <p:spPr>
          <a:xfrm>
            <a:off x="11068524" y="6488668"/>
            <a:ext cx="57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544035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20" grpId="0"/>
      <p:bldP spid="21" grpId="0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030EC-AD82-B856-4B59-6CBC3530A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任意多边形 15">
            <a:extLst>
              <a:ext uri="{FF2B5EF4-FFF2-40B4-BE49-F238E27FC236}">
                <a16:creationId xmlns:a16="http://schemas.microsoft.com/office/drawing/2014/main" id="{6EA9BE8F-09ED-DDF2-759F-75440D337FCF}"/>
              </a:ext>
            </a:extLst>
          </p:cNvPr>
          <p:cNvSpPr/>
          <p:nvPr/>
        </p:nvSpPr>
        <p:spPr>
          <a:xfrm rot="2700000">
            <a:off x="6801763" y="1402622"/>
            <a:ext cx="1028637" cy="103377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0" name="任意多边形 19">
            <a:extLst>
              <a:ext uri="{FF2B5EF4-FFF2-40B4-BE49-F238E27FC236}">
                <a16:creationId xmlns:a16="http://schemas.microsoft.com/office/drawing/2014/main" id="{839167F2-7C76-107D-F29A-C90889CB0027}"/>
              </a:ext>
            </a:extLst>
          </p:cNvPr>
          <p:cNvSpPr/>
          <p:nvPr/>
        </p:nvSpPr>
        <p:spPr>
          <a:xfrm rot="2700000">
            <a:off x="-4971484" y="215322"/>
            <a:ext cx="6410492" cy="6427355"/>
          </a:xfrm>
          <a:custGeom>
            <a:avLst/>
            <a:gdLst>
              <a:gd name="connsiteX0" fmla="*/ 0 w 6410492"/>
              <a:gd name="connsiteY0" fmla="*/ 1578016 h 6427355"/>
              <a:gd name="connsiteX1" fmla="*/ 1146670 w 6410492"/>
              <a:gd name="connsiteY1" fmla="*/ 431345 h 6427355"/>
              <a:gd name="connsiteX2" fmla="*/ 1146671 w 6410492"/>
              <a:gd name="connsiteY2" fmla="*/ 431345 h 6427355"/>
              <a:gd name="connsiteX3" fmla="*/ 1578016 w 6410492"/>
              <a:gd name="connsiteY3" fmla="*/ 0 h 6427355"/>
              <a:gd name="connsiteX4" fmla="*/ 5764900 w 6410492"/>
              <a:gd name="connsiteY4" fmla="*/ 0 h 6427355"/>
              <a:gd name="connsiteX5" fmla="*/ 6410492 w 6410492"/>
              <a:gd name="connsiteY5" fmla="*/ 645592 h 6427355"/>
              <a:gd name="connsiteX6" fmla="*/ 6410491 w 6410492"/>
              <a:gd name="connsiteY6" fmla="*/ 4866202 h 6427355"/>
              <a:gd name="connsiteX7" fmla="*/ 4849339 w 6410492"/>
              <a:gd name="connsiteY7" fmla="*/ 6427355 h 6427355"/>
              <a:gd name="connsiteX8" fmla="*/ 4238944 w 6410492"/>
              <a:gd name="connsiteY8" fmla="*/ 5816960 h 6427355"/>
              <a:gd name="connsiteX9" fmla="*/ 4238943 w 6410492"/>
              <a:gd name="connsiteY9" fmla="*/ 2171546 h 6427355"/>
              <a:gd name="connsiteX10" fmla="*/ 593530 w 6410492"/>
              <a:gd name="connsiteY10" fmla="*/ 2171546 h 6427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10492" h="6427355">
                <a:moveTo>
                  <a:pt x="0" y="1578016"/>
                </a:moveTo>
                <a:lnTo>
                  <a:pt x="1146670" y="431345"/>
                </a:lnTo>
                <a:lnTo>
                  <a:pt x="1146671" y="431345"/>
                </a:lnTo>
                <a:lnTo>
                  <a:pt x="1578016" y="0"/>
                </a:lnTo>
                <a:lnTo>
                  <a:pt x="5764900" y="0"/>
                </a:lnTo>
                <a:cubicBezTo>
                  <a:pt x="6121450" y="0"/>
                  <a:pt x="6410492" y="289042"/>
                  <a:pt x="6410492" y="645592"/>
                </a:cubicBezTo>
                <a:lnTo>
                  <a:pt x="6410491" y="4866202"/>
                </a:lnTo>
                <a:lnTo>
                  <a:pt x="4849339" y="6427355"/>
                </a:lnTo>
                <a:lnTo>
                  <a:pt x="4238944" y="5816960"/>
                </a:lnTo>
                <a:lnTo>
                  <a:pt x="4238943" y="2171546"/>
                </a:lnTo>
                <a:lnTo>
                  <a:pt x="593530" y="2171546"/>
                </a:lnTo>
                <a:close/>
              </a:path>
            </a:pathLst>
          </a:custGeom>
          <a:gradFill>
            <a:gsLst>
              <a:gs pos="1328">
                <a:srgbClr val="FF0101"/>
              </a:gs>
              <a:gs pos="875">
                <a:srgbClr val="FD0505"/>
              </a:gs>
              <a:gs pos="750">
                <a:srgbClr val="FB0A0A"/>
              </a:gs>
              <a:gs pos="500">
                <a:srgbClr val="F71414"/>
              </a:gs>
              <a:gs pos="0">
                <a:srgbClr val="EF2728"/>
              </a:gs>
              <a:gs pos="0">
                <a:srgbClr val="FF0000"/>
              </a:gs>
              <a:gs pos="68000">
                <a:schemeClr val="accent1">
                  <a:alpha val="87000"/>
                  <a:lumMod val="38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6" name="任意多边形 5">
            <a:extLst>
              <a:ext uri="{FF2B5EF4-FFF2-40B4-BE49-F238E27FC236}">
                <a16:creationId xmlns:a16="http://schemas.microsoft.com/office/drawing/2014/main" id="{A169C82A-0E9E-1E90-D66E-106A108D1045}"/>
              </a:ext>
            </a:extLst>
          </p:cNvPr>
          <p:cNvSpPr/>
          <p:nvPr/>
        </p:nvSpPr>
        <p:spPr>
          <a:xfrm rot="2700000">
            <a:off x="-957419" y="349784"/>
            <a:ext cx="3850328" cy="386955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rgbClr val="5D999F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任意多边形 11">
            <a:extLst>
              <a:ext uri="{FF2B5EF4-FFF2-40B4-BE49-F238E27FC236}">
                <a16:creationId xmlns:a16="http://schemas.microsoft.com/office/drawing/2014/main" id="{A08528CE-B318-3854-B441-A3BEFE39ADE4}"/>
              </a:ext>
            </a:extLst>
          </p:cNvPr>
          <p:cNvSpPr/>
          <p:nvPr/>
        </p:nvSpPr>
        <p:spPr>
          <a:xfrm rot="18900000" flipH="1">
            <a:off x="11525844" y="5786883"/>
            <a:ext cx="1174416" cy="953193"/>
          </a:xfrm>
          <a:custGeom>
            <a:avLst/>
            <a:gdLst>
              <a:gd name="connsiteX0" fmla="*/ 1038 w 1174416"/>
              <a:gd name="connsiteY0" fmla="*/ 0 h 953193"/>
              <a:gd name="connsiteX1" fmla="*/ 0 w 1174416"/>
              <a:gd name="connsiteY1" fmla="*/ 1038 h 953193"/>
              <a:gd name="connsiteX2" fmla="*/ 441710 w 1174416"/>
              <a:gd name="connsiteY2" fmla="*/ 442748 h 953193"/>
              <a:gd name="connsiteX3" fmla="*/ 731667 w 1174416"/>
              <a:gd name="connsiteY3" fmla="*/ 442748 h 953193"/>
              <a:gd name="connsiteX4" fmla="*/ 731667 w 1174416"/>
              <a:gd name="connsiteY4" fmla="*/ 732705 h 953193"/>
              <a:gd name="connsiteX5" fmla="*/ 952155 w 1174416"/>
              <a:gd name="connsiteY5" fmla="*/ 953193 h 953193"/>
              <a:gd name="connsiteX6" fmla="*/ 1174416 w 1174416"/>
              <a:gd name="connsiteY6" fmla="*/ 730932 h 953193"/>
              <a:gd name="connsiteX7" fmla="*/ 1174416 w 1174416"/>
              <a:gd name="connsiteY7" fmla="*/ 148239 h 953193"/>
              <a:gd name="connsiteX8" fmla="*/ 1026178 w 1174416"/>
              <a:gd name="connsiteY8" fmla="*/ 0 h 953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4416" h="953193">
                <a:moveTo>
                  <a:pt x="1038" y="0"/>
                </a:moveTo>
                <a:lnTo>
                  <a:pt x="0" y="1038"/>
                </a:lnTo>
                <a:lnTo>
                  <a:pt x="441710" y="442748"/>
                </a:lnTo>
                <a:lnTo>
                  <a:pt x="731667" y="442748"/>
                </a:lnTo>
                <a:lnTo>
                  <a:pt x="731667" y="732705"/>
                </a:lnTo>
                <a:lnTo>
                  <a:pt x="952155" y="953193"/>
                </a:lnTo>
                <a:lnTo>
                  <a:pt x="1174416" y="730932"/>
                </a:lnTo>
                <a:lnTo>
                  <a:pt x="1174416" y="148239"/>
                </a:lnTo>
                <a:cubicBezTo>
                  <a:pt x="1174416" y="66369"/>
                  <a:pt x="1108048" y="0"/>
                  <a:pt x="1026178" y="0"/>
                </a:cubicBez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28480B9-4860-907C-A870-7DD6BA831A30}"/>
              </a:ext>
            </a:extLst>
          </p:cNvPr>
          <p:cNvSpPr txBox="1"/>
          <p:nvPr/>
        </p:nvSpPr>
        <p:spPr>
          <a:xfrm>
            <a:off x="2977723" y="3074660"/>
            <a:ext cx="8178008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800" dirty="0">
                <a:solidFill>
                  <a:schemeClr val="accent1"/>
                </a:solidFill>
                <a:cs typeface="+mn-ea"/>
                <a:sym typeface="+mn-lt"/>
              </a:rPr>
              <a:t>Merci pour </a:t>
            </a:r>
            <a:r>
              <a:rPr lang="en-US" altLang="zh-CN" sz="4800" dirty="0" err="1">
                <a:solidFill>
                  <a:schemeClr val="accent1"/>
                </a:solidFill>
                <a:cs typeface="+mn-ea"/>
                <a:sym typeface="+mn-lt"/>
              </a:rPr>
              <a:t>votre</a:t>
            </a:r>
            <a:r>
              <a:rPr lang="en-US" altLang="zh-CN" sz="4800" dirty="0">
                <a:solidFill>
                  <a:schemeClr val="accent1"/>
                </a:solidFill>
                <a:cs typeface="+mn-ea"/>
                <a:sym typeface="+mn-lt"/>
              </a:rPr>
              <a:t> attention!</a:t>
            </a:r>
            <a:endParaRPr lang="zh-CN" altLang="en-US" sz="48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sp>
        <p:nvSpPr>
          <p:cNvPr id="17" name="任意多边形 16">
            <a:extLst>
              <a:ext uri="{FF2B5EF4-FFF2-40B4-BE49-F238E27FC236}">
                <a16:creationId xmlns:a16="http://schemas.microsoft.com/office/drawing/2014/main" id="{17FA07C2-D66C-E257-9A17-81D990E179FB}"/>
              </a:ext>
            </a:extLst>
          </p:cNvPr>
          <p:cNvSpPr/>
          <p:nvPr/>
        </p:nvSpPr>
        <p:spPr>
          <a:xfrm rot="2700000">
            <a:off x="3348601" y="4435619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8" name="任意多边形 17">
            <a:extLst>
              <a:ext uri="{FF2B5EF4-FFF2-40B4-BE49-F238E27FC236}">
                <a16:creationId xmlns:a16="http://schemas.microsoft.com/office/drawing/2014/main" id="{133B3A13-B22F-1503-6906-D63EB0383DFC}"/>
              </a:ext>
            </a:extLst>
          </p:cNvPr>
          <p:cNvSpPr/>
          <p:nvPr/>
        </p:nvSpPr>
        <p:spPr>
          <a:xfrm rot="2700000">
            <a:off x="10767277" y="5635597"/>
            <a:ext cx="602495" cy="605504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bg1">
              <a:lumMod val="9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63D713D-C825-9FF9-353A-CBD1B3E7B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315" y="250575"/>
            <a:ext cx="2724331" cy="1060065"/>
          </a:xfrm>
          <a:prstGeom prst="rect">
            <a:avLst/>
          </a:prstGeom>
        </p:spPr>
      </p:pic>
      <p:sp>
        <p:nvSpPr>
          <p:cNvPr id="3" name="任意多边形 16">
            <a:extLst>
              <a:ext uri="{FF2B5EF4-FFF2-40B4-BE49-F238E27FC236}">
                <a16:creationId xmlns:a16="http://schemas.microsoft.com/office/drawing/2014/main" id="{06CEB833-C058-E221-ADAD-1DDA7C71DB2E}"/>
              </a:ext>
            </a:extLst>
          </p:cNvPr>
          <p:cNvSpPr/>
          <p:nvPr/>
        </p:nvSpPr>
        <p:spPr>
          <a:xfrm rot="2700000">
            <a:off x="6778836" y="5087624"/>
            <a:ext cx="1461465" cy="1468765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" name="任意多边形 16">
            <a:extLst>
              <a:ext uri="{FF2B5EF4-FFF2-40B4-BE49-F238E27FC236}">
                <a16:creationId xmlns:a16="http://schemas.microsoft.com/office/drawing/2014/main" id="{AC9DDB96-E932-3887-A37B-22E95ECEF193}"/>
              </a:ext>
            </a:extLst>
          </p:cNvPr>
          <p:cNvSpPr/>
          <p:nvPr/>
        </p:nvSpPr>
        <p:spPr>
          <a:xfrm rot="2700000">
            <a:off x="4093979" y="317216"/>
            <a:ext cx="820083" cy="824179"/>
          </a:xfrm>
          <a:custGeom>
            <a:avLst/>
            <a:gdLst>
              <a:gd name="connsiteX0" fmla="*/ 1163668 w 4706557"/>
              <a:gd name="connsiteY0" fmla="*/ 125724 h 4730065"/>
              <a:gd name="connsiteX1" fmla="*/ 1163670 w 4706557"/>
              <a:gd name="connsiteY1" fmla="*/ 125724 h 4730065"/>
              <a:gd name="connsiteX2" fmla="*/ 1289393 w 4706557"/>
              <a:gd name="connsiteY2" fmla="*/ 1 h 4730065"/>
              <a:gd name="connsiteX3" fmla="*/ 4274851 w 4706557"/>
              <a:gd name="connsiteY3" fmla="*/ 0 h 4730065"/>
              <a:gd name="connsiteX4" fmla="*/ 4706557 w 4706557"/>
              <a:gd name="connsiteY4" fmla="*/ 431706 h 4730065"/>
              <a:gd name="connsiteX5" fmla="*/ 4706557 w 4706557"/>
              <a:gd name="connsiteY5" fmla="*/ 3440672 h 4730065"/>
              <a:gd name="connsiteX6" fmla="*/ 3542888 w 4706557"/>
              <a:gd name="connsiteY6" fmla="*/ 4604342 h 4730065"/>
              <a:gd name="connsiteX7" fmla="*/ 3542888 w 4706557"/>
              <a:gd name="connsiteY7" fmla="*/ 4604340 h 4730065"/>
              <a:gd name="connsiteX8" fmla="*/ 3417163 w 4706557"/>
              <a:gd name="connsiteY8" fmla="*/ 4730065 h 4730065"/>
              <a:gd name="connsiteX9" fmla="*/ 3417163 w 4706557"/>
              <a:gd name="connsiteY9" fmla="*/ 1289392 h 4730065"/>
              <a:gd name="connsiteX10" fmla="*/ 0 w 4706557"/>
              <a:gd name="connsiteY10" fmla="*/ 1289392 h 473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706557" h="4730065">
                <a:moveTo>
                  <a:pt x="1163668" y="125724"/>
                </a:moveTo>
                <a:lnTo>
                  <a:pt x="1163670" y="125724"/>
                </a:lnTo>
                <a:lnTo>
                  <a:pt x="1289393" y="1"/>
                </a:lnTo>
                <a:lnTo>
                  <a:pt x="4274851" y="0"/>
                </a:lnTo>
                <a:cubicBezTo>
                  <a:pt x="4513275" y="1"/>
                  <a:pt x="4706557" y="193282"/>
                  <a:pt x="4706557" y="431706"/>
                </a:cubicBezTo>
                <a:lnTo>
                  <a:pt x="4706557" y="3440672"/>
                </a:lnTo>
                <a:lnTo>
                  <a:pt x="3542888" y="4604342"/>
                </a:lnTo>
                <a:lnTo>
                  <a:pt x="3542888" y="4604340"/>
                </a:lnTo>
                <a:lnTo>
                  <a:pt x="3417163" y="4730065"/>
                </a:lnTo>
                <a:lnTo>
                  <a:pt x="3417163" y="1289392"/>
                </a:lnTo>
                <a:lnTo>
                  <a:pt x="0" y="128939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7129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6" grpId="0" animBg="1"/>
      <p:bldP spid="12" grpId="0" animBg="1"/>
      <p:bldP spid="13" grpId="0"/>
      <p:bldP spid="17" grpId="0" animBg="1"/>
      <p:bldP spid="18" grpId="0" animBg="1"/>
      <p:bldP spid="3" grpId="0" animBg="1"/>
      <p:bldP spid="4" grpId="0" animBg="1"/>
    </p:bldLst>
  </p:timing>
</p:sld>
</file>

<file path=ppt/theme/theme1.xml><?xml version="1.0" encoding="utf-8"?>
<a:theme xmlns:a="http://schemas.openxmlformats.org/drawingml/2006/main" name="www.jpppt.com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B8E95"/>
      </a:accent1>
      <a:accent2>
        <a:srgbClr val="000000"/>
      </a:accent2>
      <a:accent3>
        <a:srgbClr val="4B5050"/>
      </a:accent3>
      <a:accent4>
        <a:srgbClr val="91969B"/>
      </a:accent4>
      <a:accent5>
        <a:srgbClr val="4B5050"/>
      </a:accent5>
      <a:accent6>
        <a:srgbClr val="91969B"/>
      </a:accent6>
      <a:hlink>
        <a:srgbClr val="F33B48"/>
      </a:hlink>
      <a:folHlink>
        <a:srgbClr val="FFC000"/>
      </a:folHlink>
    </a:clrScheme>
    <a:fontScheme name="mquskr1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ww.freeppt7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7804</TotalTime>
  <Words>2099</Words>
  <Application>Microsoft Office PowerPoint</Application>
  <PresentationFormat>Grand écran</PresentationFormat>
  <Paragraphs>344</Paragraphs>
  <Slides>40</Slides>
  <Notes>40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40</vt:i4>
      </vt:variant>
    </vt:vector>
  </HeadingPairs>
  <TitlesOfParts>
    <vt:vector size="56" baseType="lpstr">
      <vt:lpstr>Microsoft YaHei</vt:lpstr>
      <vt:lpstr>Microsoft YaHei</vt:lpstr>
      <vt:lpstr>Arial</vt:lpstr>
      <vt:lpstr>Arial Black</vt:lpstr>
      <vt:lpstr>Darker Grotesque Light</vt:lpstr>
      <vt:lpstr>DeepSeek-CJK-patch</vt:lpstr>
      <vt:lpstr>DM Sans Bold</vt:lpstr>
      <vt:lpstr>Google Sans</vt:lpstr>
      <vt:lpstr>Heebo SemiBold</vt:lpstr>
      <vt:lpstr>Nunito Light</vt:lpstr>
      <vt:lpstr>Roboto Light</vt:lpstr>
      <vt:lpstr>Segoe UI Historic</vt:lpstr>
      <vt:lpstr>阿里巴巴普惠体 L</vt:lpstr>
      <vt:lpstr>阿里巴巴普惠体 M</vt:lpstr>
      <vt:lpstr>www.jpppt.com</vt:lpstr>
      <vt:lpstr>www.freeppt7.com</vt:lpstr>
      <vt:lpstr>Redboost – Le Futur des Startups commence ici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Planification des sprints</vt:lpstr>
      <vt:lpstr>Présentation PowerPoint</vt:lpstr>
      <vt:lpstr>Présentation PowerPoint</vt:lpstr>
      <vt:lpstr>Présentation PowerPoint</vt:lpstr>
      <vt:lpstr>Inscription: le processus étape par étape</vt:lpstr>
      <vt:lpstr>Process du devenir un coach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>www.jpppt.com</Manager>
  <Company>www.jpppt.com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templates</dc:title>
  <dc:creator>www.jpppt.com</dc:creator>
  <cp:keywords>www.jpppt.com</cp:keywords>
  <dc:description>www.jpppt.com</dc:description>
  <cp:lastModifiedBy>ACER</cp:lastModifiedBy>
  <cp:revision>137</cp:revision>
  <dcterms:created xsi:type="dcterms:W3CDTF">2021-06-28T00:59:57Z</dcterms:created>
  <dcterms:modified xsi:type="dcterms:W3CDTF">2025-06-15T17:27:45Z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7A7DA513078843EA9486CE55D88D1844</vt:lpwstr>
  </property>
  <property fmtid="{D5CDD505-2E9C-101B-9397-08002B2CF9AE}" pid="3" name="KSOProductBuildVer">
    <vt:lpwstr>2052-11.1.0.10495</vt:lpwstr>
  </property>
</Properties>
</file>